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_rels/slideMaster11.xml.rels" ContentType="application/vnd.openxmlformats-package.relationships+xml"/>
  <Override PartName="/ppt/slideMasters/_rels/slideMaster5.xml.rels" ContentType="application/vnd.openxmlformats-package.relationships+xml"/>
  <Override PartName="/ppt/slideMasters/_rels/slideMaster10.xml.rels" ContentType="application/vnd.openxmlformats-package.relationships+xml"/>
  <Override PartName="/ppt/slideMasters/_rels/slideMaster4.xml.rels" ContentType="application/vnd.openxmlformats-package.relationships+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7.xml.rels" ContentType="application/vnd.openxmlformats-package.relationships+xml"/>
  <Override PartName="/ppt/slideMasters/_rels/slideMaster6.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slideLayouts/_rels/slideLayout9.xml.rels" ContentType="application/vnd.openxmlformats-package.relationships+xml"/>
  <Override PartName="/ppt/slideLayouts/_rels/slideLayout8.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xml.rels" ContentType="application/vnd.openxmlformats-package.relationships+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s/_rels/slide10.xml.rels" ContentType="application/vnd.openxmlformats-package.relationships+xml"/>
  <Override PartName="/ppt/slides/_rels/slide8.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xml.rels" ContentType="application/vnd.openxmlformats-package.relationships+xml"/>
  <Override PartName="/ppt/slides/_rels/slide16.xml.rels" ContentType="application/vnd.openxmlformats-package.relationships+xml"/>
  <Override PartName="/ppt/slides/_rels/slide2.xml.rels" ContentType="application/vnd.openxmlformats-package.relationships+xml"/>
  <Override PartName="/ppt/slides/_rels/slide17.xml.rels" ContentType="application/vnd.openxmlformats-package.relationships+xml"/>
  <Override PartName="/ppt/slides/_rels/slide3.xml.rels" ContentType="application/vnd.openxmlformats-package.relationships+xml"/>
  <Override PartName="/ppt/slides/_rels/slide18.xml.rels" ContentType="application/vnd.openxmlformats-package.relationships+xml"/>
  <Override PartName="/ppt/slides/_rels/slide4.xml.rels" ContentType="application/vnd.openxmlformats-package.relationships+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17.xml" ContentType="application/vnd.openxmlformats-officedocument.presentationml.slide+xml"/>
  <Override PartName="/ppt/slides/slide3.xml" ContentType="application/vnd.openxmlformats-officedocument.presentationml.slide+xml"/>
  <Override PartName="/ppt/slides/slide1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_rels/presentation.xml.rels" ContentType="application/vnd.openxmlformats-package.relationships+xml"/>
  <Override PartName="/ppt/media/image13.png" ContentType="image/png"/>
  <Override PartName="/ppt/media/image4.png" ContentType="image/png"/>
  <Override PartName="/ppt/media/image14.png" ContentType="image/png"/>
  <Override PartName="/ppt/media/image5.png" ContentType="image/png"/>
  <Override PartName="/ppt/media/image15.png" ContentType="image/png"/>
  <Override PartName="/ppt/media/image6.png" ContentType="image/png"/>
  <Override PartName="/ppt/media/image10.png" ContentType="image/png"/>
  <Override PartName="/ppt/media/image1.png" ContentType="image/png"/>
  <Override PartName="/ppt/media/image7.png" ContentType="image/png"/>
  <Override PartName="/ppt/media/image11.png" ContentType="image/png"/>
  <Override PartName="/ppt/media/image2.png" ContentType="image/png"/>
  <Override PartName="/ppt/media/image8.png" ContentType="image/png"/>
  <Override PartName="/ppt/media/image12.png" ContentType="image/png"/>
  <Override PartName="/ppt/media/image3.png" ContentType="image/png"/>
  <Override PartName="/ppt/media/image9.png" ContentType="image/pn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Lst>
  <p:sldIdLst>
    <p:sldId id="256" r:id="rId13"/>
    <p:sldId id="257" r:id="rId14"/>
    <p:sldId id="258" r:id="rId15"/>
    <p:sldId id="259" r:id="rId16"/>
    <p:sldId id="260" r:id="rId17"/>
    <p:sldId id="261" r:id="rId18"/>
    <p:sldId id="262" r:id="rId19"/>
    <p:sldId id="263" r:id="rId20"/>
    <p:sldId id="264" r:id="rId21"/>
    <p:sldId id="265" r:id="rId22"/>
    <p:sldId id="266" r:id="rId23"/>
    <p:sldId id="267" r:id="rId24"/>
    <p:sldId id="268" r:id="rId25"/>
    <p:sldId id="269" r:id="rId26"/>
    <p:sldId id="270" r:id="rId27"/>
    <p:sldId id="271" r:id="rId28"/>
    <p:sldId id="272" r:id="rId29"/>
    <p:sldId id="273" r:id="rId30"/>
  </p:sldIdLst>
  <p:sldSz cx="9144000" cy="51435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6.xml"/><Relationship Id="rId29" Type="http://schemas.openxmlformats.org/officeDocument/2006/relationships/slide" Target="slides/slide17.xml"/><Relationship Id="rId30" Type="http://schemas.openxmlformats.org/officeDocument/2006/relationships/slide" Target="slides/slide18.xml"/><Relationship Id="rId31"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p:spTree>
      <p:nvGrpSpPr>
        <p:cNvPr id="1" name=""/>
        <p:cNvGrpSpPr/>
        <p:nvPr/>
      </p:nvGrpSpPr>
      <p:grpSpPr>
        <a:xfrm>
          <a:off x="0" y="0"/>
          <a:ext cx="0" cy="0"/>
          <a:chOff x="0" y="0"/>
          <a:chExt cx="0" cy="0"/>
        </a:xfrm>
      </p:grpSpPr>
      <p:sp>
        <p:nvSpPr>
          <p:cNvPr id="9" name="PlaceHolder 1"/>
          <p:cNvSpPr>
            <a:spLocks noGrp="1"/>
          </p:cNvSpPr>
          <p:nvPr>
            <p:ph type="title"/>
          </p:nvPr>
        </p:nvSpPr>
        <p:spPr>
          <a:xfrm>
            <a:off x="311760" y="410040"/>
            <a:ext cx="8520120" cy="60732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0" name="PlaceHolder 2"/>
          <p:cNvSpPr>
            <a:spLocks noGrp="1"/>
          </p:cNvSpPr>
          <p:nvPr>
            <p:ph type="subTitle"/>
          </p:nvPr>
        </p:nvSpPr>
        <p:spPr>
          <a:xfrm>
            <a:off x="311760" y="1229760"/>
            <a:ext cx="8520120" cy="3338640"/>
          </a:xfrm>
          <a:prstGeom prst="rect">
            <a:avLst/>
          </a:prstGeom>
          <a:noFill/>
          <a:ln w="0">
            <a:noFill/>
          </a:ln>
        </p:spPr>
        <p:txBody>
          <a:bodyPr lIns="0" rIns="0" tIns="0" bIns="0" anchor="ctr">
            <a:noAutofit/>
          </a:bodyPr>
          <a:p>
            <a:pPr indent="0" algn="ctr">
              <a:buNone/>
            </a:pPr>
            <a:endParaRPr b="0" lang="en-US" sz="3200" spc="-1" strike="noStrike">
              <a:solidFill>
                <a:srgbClr val="ffffff"/>
              </a:solidFill>
              <a:latin typeface="Arial"/>
            </a:endParaRPr>
          </a:p>
        </p:txBody>
      </p:sp>
      <p:sp>
        <p:nvSpPr>
          <p:cNvPr id="4" name="PlaceHolder 3"/>
          <p:cNvSpPr>
            <a:spLocks noGrp="1"/>
          </p:cNvSpPr>
          <p:nvPr>
            <p:ph type="sldNum" idx="1"/>
          </p:nvPr>
        </p:nvSpPr>
        <p:spPr/>
        <p:txBody>
          <a:bodyPr/>
          <a:p>
            <a:fld id="{E8390D0D-685C-45E7-933F-F42F6C75B457}" type="slidenum">
              <a:t>&lt;#&gt;</a:t>
            </a:fld>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IG_NUMBER">
    <p:spTree>
      <p:nvGrpSpPr>
        <p:cNvPr id="1" name=""/>
        <p:cNvGrpSpPr/>
        <p:nvPr/>
      </p:nvGrpSpPr>
      <p:grpSpPr>
        <a:xfrm>
          <a:off x="0" y="0"/>
          <a:ext cx="0" cy="0"/>
          <a:chOff x="0" y="0"/>
          <a:chExt cx="0" cy="0"/>
        </a:xfrm>
      </p:grpSpPr>
      <p:sp>
        <p:nvSpPr>
          <p:cNvPr id="2" name="PlaceHolder 1"/>
          <p:cNvSpPr>
            <a:spLocks noGrp="1"/>
          </p:cNvSpPr>
          <p:nvPr>
            <p:ph type="sldNum" idx="2"/>
          </p:nvPr>
        </p:nvSpPr>
        <p:spPr/>
        <p:txBody>
          <a:bodyPr/>
          <a:p>
            <a:fld id="{F5AA7D89-8C35-4EDC-9B4B-AF48A9846D2A}" type="slidenum">
              <a:t>&lt;#&gt;</a:t>
            </a:fld>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
        <p:nvSpPr>
          <p:cNvPr id="2" name="PlaceHolder 1"/>
          <p:cNvSpPr>
            <a:spLocks noGrp="1"/>
          </p:cNvSpPr>
          <p:nvPr>
            <p:ph type="sldNum" idx="3"/>
          </p:nvPr>
        </p:nvSpPr>
        <p:spPr/>
        <p:txBody>
          <a:bodyPr/>
          <a:p>
            <a:fld id="{6B20E4DB-2222-4EAC-9022-BC5B841A66B7}" type="slidenum">
              <a:t>&lt;#&gt;</a:t>
            </a:fld>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HEADER">
    <p:spTree>
      <p:nvGrpSpPr>
        <p:cNvPr id="1" name=""/>
        <p:cNvGrpSpPr/>
        <p:nvPr/>
      </p:nvGrpSpPr>
      <p:grpSpPr>
        <a:xfrm>
          <a:off x="0" y="0"/>
          <a:ext cx="0" cy="0"/>
          <a:chOff x="0" y="0"/>
          <a:chExt cx="0" cy="0"/>
        </a:xfrm>
      </p:grpSpPr>
      <p:sp>
        <p:nvSpPr>
          <p:cNvPr id="2" name="PlaceHolder 1"/>
          <p:cNvSpPr>
            <a:spLocks noGrp="1"/>
          </p:cNvSpPr>
          <p:nvPr>
            <p:ph type="sldNum" idx="4"/>
          </p:nvPr>
        </p:nvSpPr>
        <p:spPr/>
        <p:txBody>
          <a:bodyPr/>
          <a:p>
            <a:fld id="{55B57BDF-23F1-457A-AA9E-90D309696255}" type="slidenum">
              <a:t>&lt;#&gt;</a:t>
            </a:fld>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_AND_BODY">
    <p:spTree>
      <p:nvGrpSpPr>
        <p:cNvPr id="1" name=""/>
        <p:cNvGrpSpPr/>
        <p:nvPr/>
      </p:nvGrpSpPr>
      <p:grpSpPr>
        <a:xfrm>
          <a:off x="0" y="0"/>
          <a:ext cx="0" cy="0"/>
          <a:chOff x="0" y="0"/>
          <a:chExt cx="0" cy="0"/>
        </a:xfrm>
      </p:grpSpPr>
      <p:sp>
        <p:nvSpPr>
          <p:cNvPr id="38" name="PlaceHolder 1"/>
          <p:cNvSpPr>
            <a:spLocks noGrp="1"/>
          </p:cNvSpPr>
          <p:nvPr>
            <p:ph type="title"/>
          </p:nvPr>
        </p:nvSpPr>
        <p:spPr>
          <a:xfrm>
            <a:off x="311760" y="410040"/>
            <a:ext cx="8520120" cy="60732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39" name="PlaceHolder 2"/>
          <p:cNvSpPr>
            <a:spLocks noGrp="1"/>
          </p:cNvSpPr>
          <p:nvPr>
            <p:ph/>
          </p:nvPr>
        </p:nvSpPr>
        <p:spPr>
          <a:xfrm>
            <a:off x="311760" y="1229760"/>
            <a:ext cx="8520120" cy="333864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4" name="PlaceHolder 3"/>
          <p:cNvSpPr>
            <a:spLocks noGrp="1"/>
          </p:cNvSpPr>
          <p:nvPr>
            <p:ph type="sldNum" idx="5"/>
          </p:nvPr>
        </p:nvSpPr>
        <p:spPr/>
        <p:txBody>
          <a:bodyPr/>
          <a:p>
            <a:fld id="{8E2096C5-57A3-4EB6-9009-AF6ED56BEC73}" type="slidenum">
              <a:t>&lt;#&gt;</a:t>
            </a:fld>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_AND_TWO_COLUMNS">
    <p:spTree>
      <p:nvGrpSpPr>
        <p:cNvPr id="1" name=""/>
        <p:cNvGrpSpPr/>
        <p:nvPr/>
      </p:nvGrpSpPr>
      <p:grpSpPr>
        <a:xfrm>
          <a:off x="0" y="0"/>
          <a:ext cx="0" cy="0"/>
          <a:chOff x="0" y="0"/>
          <a:chExt cx="0" cy="0"/>
        </a:xfrm>
      </p:grpSpPr>
      <p:sp>
        <p:nvSpPr>
          <p:cNvPr id="44" name="PlaceHolder 1"/>
          <p:cNvSpPr>
            <a:spLocks noGrp="1"/>
          </p:cNvSpPr>
          <p:nvPr>
            <p:ph type="title"/>
          </p:nvPr>
        </p:nvSpPr>
        <p:spPr>
          <a:xfrm>
            <a:off x="311760" y="410040"/>
            <a:ext cx="8520120" cy="60732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45" name="PlaceHolder 2"/>
          <p:cNvSpPr>
            <a:spLocks noGrp="1"/>
          </p:cNvSpPr>
          <p:nvPr>
            <p:ph/>
          </p:nvPr>
        </p:nvSpPr>
        <p:spPr>
          <a:xfrm>
            <a:off x="311760" y="1229760"/>
            <a:ext cx="4157640" cy="333864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46" name="PlaceHolder 3"/>
          <p:cNvSpPr>
            <a:spLocks noGrp="1"/>
          </p:cNvSpPr>
          <p:nvPr>
            <p:ph/>
          </p:nvPr>
        </p:nvSpPr>
        <p:spPr>
          <a:xfrm>
            <a:off x="4677840" y="1229760"/>
            <a:ext cx="4157640" cy="333864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5" name="PlaceHolder 4"/>
          <p:cNvSpPr>
            <a:spLocks noGrp="1"/>
          </p:cNvSpPr>
          <p:nvPr>
            <p:ph type="sldNum" idx="6"/>
          </p:nvPr>
        </p:nvSpPr>
        <p:spPr/>
        <p:txBody>
          <a:bodyPr/>
          <a:p>
            <a:fld id="{F30844B3-241B-4B19-9B90-595B1CE248B9}" type="slidenum">
              <a:t>&lt;#&gt;</a:t>
            </a:fld>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_ONLY">
    <p:spTree>
      <p:nvGrpSpPr>
        <p:cNvPr id="1" name=""/>
        <p:cNvGrpSpPr/>
        <p:nvPr/>
      </p:nvGrpSpPr>
      <p:grpSpPr>
        <a:xfrm>
          <a:off x="0" y="0"/>
          <a:ext cx="0" cy="0"/>
          <a:chOff x="0" y="0"/>
          <a:chExt cx="0" cy="0"/>
        </a:xfrm>
      </p:grpSpPr>
      <p:sp>
        <p:nvSpPr>
          <p:cNvPr id="49" name="PlaceHolder 1"/>
          <p:cNvSpPr>
            <a:spLocks noGrp="1"/>
          </p:cNvSpPr>
          <p:nvPr>
            <p:ph type="title"/>
          </p:nvPr>
        </p:nvSpPr>
        <p:spPr>
          <a:xfrm>
            <a:off x="311760" y="410040"/>
            <a:ext cx="8520120" cy="60732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3" name="PlaceHolder 2"/>
          <p:cNvSpPr>
            <a:spLocks noGrp="1"/>
          </p:cNvSpPr>
          <p:nvPr>
            <p:ph type="sldNum" idx="7"/>
          </p:nvPr>
        </p:nvSpPr>
        <p:spPr/>
        <p:txBody>
          <a:bodyPr/>
          <a:p>
            <a:fld id="{3A1E2647-6793-40D5-8AA6-C7BF597316C0}" type="slidenum">
              <a:t>&lt;#&gt;</a:t>
            </a:fld>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ONE_COLUMN_TEXT">
    <p:spTree>
      <p:nvGrpSpPr>
        <p:cNvPr id="1" name=""/>
        <p:cNvGrpSpPr/>
        <p:nvPr/>
      </p:nvGrpSpPr>
      <p:grpSpPr>
        <a:xfrm>
          <a:off x="0" y="0"/>
          <a:ext cx="0" cy="0"/>
          <a:chOff x="0" y="0"/>
          <a:chExt cx="0" cy="0"/>
        </a:xfrm>
      </p:grpSpPr>
      <p:sp>
        <p:nvSpPr>
          <p:cNvPr id="2" name="PlaceHolder 1"/>
          <p:cNvSpPr>
            <a:spLocks noGrp="1"/>
          </p:cNvSpPr>
          <p:nvPr>
            <p:ph type="sldNum" idx="8"/>
          </p:nvPr>
        </p:nvSpPr>
        <p:spPr/>
        <p:txBody>
          <a:bodyPr/>
          <a:p>
            <a:fld id="{7C377F36-19F4-4A65-8533-F9F73F6B488A}" type="slidenum">
              <a:t>&lt;#&gt;</a:t>
            </a:fld>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IN_POINT">
    <p:spTree>
      <p:nvGrpSpPr>
        <p:cNvPr id="1" name=""/>
        <p:cNvGrpSpPr/>
        <p:nvPr/>
      </p:nvGrpSpPr>
      <p:grpSpPr>
        <a:xfrm>
          <a:off x="0" y="0"/>
          <a:ext cx="0" cy="0"/>
          <a:chOff x="0" y="0"/>
          <a:chExt cx="0" cy="0"/>
        </a:xfrm>
      </p:grpSpPr>
      <p:sp>
        <p:nvSpPr>
          <p:cNvPr id="2" name="PlaceHolder 1"/>
          <p:cNvSpPr>
            <a:spLocks noGrp="1"/>
          </p:cNvSpPr>
          <p:nvPr>
            <p:ph type="sldNum" idx="9"/>
          </p:nvPr>
        </p:nvSpPr>
        <p:spPr/>
        <p:txBody>
          <a:bodyPr/>
          <a:p>
            <a:fld id="{3B26C22E-3A71-443C-80A2-4A4789918C47}" type="slidenum">
              <a:t>&lt;#&gt;</a:t>
            </a:fld>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TITLE_AND_DESCRIPTION">
    <p:spTree>
      <p:nvGrpSpPr>
        <p:cNvPr id="1" name=""/>
        <p:cNvGrpSpPr/>
        <p:nvPr/>
      </p:nvGrpSpPr>
      <p:grpSpPr>
        <a:xfrm>
          <a:off x="0" y="0"/>
          <a:ext cx="0" cy="0"/>
          <a:chOff x="0" y="0"/>
          <a:chExt cx="0" cy="0"/>
        </a:xfrm>
      </p:grpSpPr>
      <p:sp>
        <p:nvSpPr>
          <p:cNvPr id="2" name="PlaceHolder 1"/>
          <p:cNvSpPr>
            <a:spLocks noGrp="1"/>
          </p:cNvSpPr>
          <p:nvPr>
            <p:ph type="sldNum" idx="10"/>
          </p:nvPr>
        </p:nvSpPr>
        <p:spPr/>
        <p:txBody>
          <a:bodyPr/>
          <a:p>
            <a:fld id="{0859195C-8991-465F-B2E0-C25AACDF1E28}" type="slidenum">
              <a:t>&lt;#&gt;</a:t>
            </a:fld>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APTION_ONLY">
    <p:spTree>
      <p:nvGrpSpPr>
        <p:cNvPr id="1" name=""/>
        <p:cNvGrpSpPr/>
        <p:nvPr/>
      </p:nvGrpSpPr>
      <p:grpSpPr>
        <a:xfrm>
          <a:off x="0" y="0"/>
          <a:ext cx="0" cy="0"/>
          <a:chOff x="0" y="0"/>
          <a:chExt cx="0" cy="0"/>
        </a:xfrm>
      </p:grpSpPr>
      <p:sp>
        <p:nvSpPr>
          <p:cNvPr id="2" name="PlaceHolder 1"/>
          <p:cNvSpPr>
            <a:spLocks noGrp="1"/>
          </p:cNvSpPr>
          <p:nvPr>
            <p:ph type="sldNum" idx="11"/>
          </p:nvPr>
        </p:nvSpPr>
        <p:spPr/>
        <p:txBody>
          <a:bodyPr/>
          <a:p>
            <a:fld id="{55F76FF6-3E80-4AE8-B84F-F07D49F49321}" type="slidenum">
              <a:t>&lt;#&gt;</a:t>
            </a:fld>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1"/>
        </a:solidFill>
      </p:bgPr>
    </p:bg>
    <p:spTree>
      <p:nvGrpSpPr>
        <p:cNvPr id="1" name=""/>
        <p:cNvGrpSpPr/>
        <p:nvPr/>
      </p:nvGrpSpPr>
      <p:grpSpPr>
        <a:xfrm>
          <a:off x="0" y="0"/>
          <a:ext cx="0" cy="0"/>
          <a:chOff x="0" y="0"/>
          <a:chExt cx="0" cy="0"/>
        </a:xfrm>
      </p:grpSpPr>
      <p:grpSp>
        <p:nvGrpSpPr>
          <p:cNvPr id="0" name="Google Shape;10;p2"/>
          <p:cNvGrpSpPr/>
          <p:nvPr/>
        </p:nvGrpSpPr>
        <p:grpSpPr>
          <a:xfrm>
            <a:off x="6098760" y="0"/>
            <a:ext cx="3045240" cy="2030400"/>
            <a:chOff x="6098760" y="0"/>
            <a:chExt cx="3045240" cy="2030400"/>
          </a:xfrm>
        </p:grpSpPr>
        <p:sp>
          <p:nvSpPr>
            <p:cNvPr id="1" name="Google Shape;11;p2"/>
            <p:cNvSpPr/>
            <p:nvPr/>
          </p:nvSpPr>
          <p:spPr>
            <a:xfrm>
              <a:off x="8128800" y="0"/>
              <a:ext cx="1014840" cy="1014840"/>
            </a:xfrm>
            <a:prstGeom prst="rect">
              <a:avLst/>
            </a:prstGeom>
            <a:solidFill>
              <a:schemeClr val="accent1"/>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ffffff"/>
                </a:solidFill>
                <a:latin typeface="Arial"/>
              </a:endParaRPr>
            </a:p>
          </p:txBody>
        </p:sp>
        <p:sp>
          <p:nvSpPr>
            <p:cNvPr id="2" name="Google Shape;12;p2"/>
            <p:cNvSpPr/>
            <p:nvPr/>
          </p:nvSpPr>
          <p:spPr>
            <a:xfrm flipH="1">
              <a:off x="7112880" y="0"/>
              <a:ext cx="1014840" cy="1014840"/>
            </a:xfrm>
            <a:prstGeom prst="rtTriangle">
              <a:avLst/>
            </a:prstGeom>
            <a:solidFill>
              <a:schemeClr val="accent2"/>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ffffff"/>
                </a:solidFill>
                <a:latin typeface="Arial"/>
              </a:endParaRPr>
            </a:p>
          </p:txBody>
        </p:sp>
        <p:sp>
          <p:nvSpPr>
            <p:cNvPr id="3" name="Google Shape;13;p2"/>
            <p:cNvSpPr/>
            <p:nvPr/>
          </p:nvSpPr>
          <p:spPr>
            <a:xfrm flipH="1" rot="10800000">
              <a:off x="7113240" y="360"/>
              <a:ext cx="1014840" cy="1014840"/>
            </a:xfrm>
            <a:prstGeom prst="rtTriangle">
              <a:avLst/>
            </a:prstGeom>
            <a:solidFill>
              <a:schemeClr val="accent6"/>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ffffff"/>
                </a:solidFill>
                <a:latin typeface="Arial"/>
              </a:endParaRPr>
            </a:p>
          </p:txBody>
        </p:sp>
        <p:sp>
          <p:nvSpPr>
            <p:cNvPr id="4" name="Google Shape;14;p2"/>
            <p:cNvSpPr/>
            <p:nvPr/>
          </p:nvSpPr>
          <p:spPr>
            <a:xfrm rot="10800000">
              <a:off x="6098760" y="360"/>
              <a:ext cx="1014840" cy="1014840"/>
            </a:xfrm>
            <a:prstGeom prst="rtTriangle">
              <a:avLst/>
            </a:prstGeom>
            <a:solidFill>
              <a:schemeClr val="accent1"/>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ffffff"/>
                </a:solidFill>
                <a:latin typeface="Arial"/>
              </a:endParaRPr>
            </a:p>
          </p:txBody>
        </p:sp>
        <p:sp>
          <p:nvSpPr>
            <p:cNvPr id="5" name="Google Shape;15;p2"/>
            <p:cNvSpPr/>
            <p:nvPr/>
          </p:nvSpPr>
          <p:spPr>
            <a:xfrm rot="10800000">
              <a:off x="8129160" y="1015560"/>
              <a:ext cx="1014840" cy="1014840"/>
            </a:xfrm>
            <a:prstGeom prst="rtTriangle">
              <a:avLst/>
            </a:prstGeom>
            <a:solidFill>
              <a:schemeClr val="accent6"/>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ffffff"/>
                </a:solidFill>
                <a:latin typeface="Arial"/>
              </a:endParaRPr>
            </a:p>
          </p:txBody>
        </p:sp>
      </p:grpSp>
      <p:sp>
        <p:nvSpPr>
          <p:cNvPr id="6" name="PlaceHolder 1"/>
          <p:cNvSpPr>
            <a:spLocks noGrp="1"/>
          </p:cNvSpPr>
          <p:nvPr>
            <p:ph type="title"/>
          </p:nvPr>
        </p:nvSpPr>
        <p:spPr>
          <a:xfrm>
            <a:off x="597960" y="1775160"/>
            <a:ext cx="8221680" cy="838440"/>
          </a:xfrm>
          <a:prstGeom prst="rect">
            <a:avLst/>
          </a:prstGeom>
          <a:noFill/>
          <a:ln w="0">
            <a:noFill/>
          </a:ln>
        </p:spPr>
        <p:txBody>
          <a:bodyPr lIns="91440" rIns="91440" tIns="91440" bIns="91440" anchor="b">
            <a:normAutofit/>
          </a:bodyPr>
          <a:p>
            <a:pPr indent="0">
              <a:buNone/>
            </a:pPr>
            <a:r>
              <a:rPr b="0" lang="en-US" sz="4200" spc="-1" strike="noStrike">
                <a:solidFill>
                  <a:srgbClr val="000000"/>
                </a:solidFill>
                <a:latin typeface="Arial"/>
              </a:rPr>
              <a:t>Click to edit the title text format</a:t>
            </a:r>
            <a:endParaRPr b="0" lang="en-US" sz="4200" spc="-1" strike="noStrike">
              <a:solidFill>
                <a:srgbClr val="000000"/>
              </a:solidFill>
              <a:latin typeface="Arial"/>
            </a:endParaRPr>
          </a:p>
        </p:txBody>
      </p:sp>
      <p:sp>
        <p:nvSpPr>
          <p:cNvPr id="7" name="PlaceHolder 2"/>
          <p:cNvSpPr>
            <a:spLocks noGrp="1"/>
          </p:cNvSpPr>
          <p:nvPr>
            <p:ph type="sldNum" idx="1"/>
          </p:nvPr>
        </p:nvSpPr>
        <p:spPr>
          <a:xfrm>
            <a:off x="8460360" y="4651200"/>
            <a:ext cx="548280" cy="393120"/>
          </a:xfrm>
          <a:prstGeom prst="rect">
            <a:avLst/>
          </a:prstGeom>
          <a:noFill/>
          <a:ln w="0">
            <a:noFill/>
          </a:ln>
        </p:spPr>
        <p:txBody>
          <a:bodyPr lIns="91440" rIns="91440" tIns="91440" bIns="91440" anchor="ctr">
            <a:normAutofit/>
          </a:bodyPr>
          <a:lstStyle>
            <a:lvl1pPr indent="0" algn="r">
              <a:lnSpc>
                <a:spcPct val="100000"/>
              </a:lnSpc>
              <a:buNone/>
              <a:tabLst>
                <a:tab algn="l" pos="0"/>
              </a:tabLst>
              <a:defRPr b="0" lang="es" sz="1000" spc="-1" strike="noStrike">
                <a:solidFill>
                  <a:schemeClr val="lt1"/>
                </a:solidFill>
                <a:latin typeface="Roboto"/>
                <a:ea typeface="Roboto"/>
              </a:defRPr>
            </a:lvl1pPr>
          </a:lstStyle>
          <a:p>
            <a:pPr indent="0" algn="r">
              <a:lnSpc>
                <a:spcPct val="100000"/>
              </a:lnSpc>
              <a:buNone/>
              <a:tabLst>
                <a:tab algn="l" pos="0"/>
              </a:tabLst>
            </a:pPr>
            <a:fld id="{CCDA730D-93A9-48E1-B398-CB69606EC441}" type="slidenum">
              <a:rPr b="0" lang="es" sz="1000" spc="-1" strike="noStrike">
                <a:solidFill>
                  <a:schemeClr val="lt1"/>
                </a:solidFill>
                <a:latin typeface="Roboto"/>
                <a:ea typeface="Roboto"/>
              </a:rPr>
              <a:t>&lt;number&gt;</a:t>
            </a:fld>
            <a:endParaRPr b="0" lang="en-US" sz="1000" spc="-1" strike="noStrike">
              <a:solidFill>
                <a:srgbClr val="ffffff"/>
              </a:solidFill>
              <a:latin typeface="Times New Roman"/>
            </a:endParaRPr>
          </a:p>
        </p:txBody>
      </p:sp>
      <p:sp>
        <p:nvSpPr>
          <p:cNvPr id="8" name="PlaceHolder 3"/>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b="0" lang="en-US" sz="1400" spc="-1" strike="noStrike">
                <a:solidFill>
                  <a:srgbClr val="000000"/>
                </a:solidFill>
                <a:latin typeface="Arial"/>
              </a:rPr>
              <a:t>Click to edit the outline text format</a:t>
            </a:r>
            <a:endParaRPr b="0" lang="en-US" sz="14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en-US" sz="1400" spc="-1" strike="noStrike">
                <a:solidFill>
                  <a:srgbClr val="000000"/>
                </a:solidFill>
                <a:latin typeface="Arial"/>
              </a:rPr>
              <a:t>Second Outline Level</a:t>
            </a:r>
            <a:endParaRPr b="0" lang="en-US" sz="14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en-US" sz="1400" spc="-1" strike="noStrike">
                <a:solidFill>
                  <a:srgbClr val="000000"/>
                </a:solidFill>
                <a:latin typeface="Arial"/>
              </a:rPr>
              <a:t>Third Outline Level</a:t>
            </a:r>
            <a:endParaRPr b="0" lang="en-US" sz="14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en-US" sz="1400" spc="-1" strike="noStrike">
                <a:solidFill>
                  <a:srgbClr val="000000"/>
                </a:solidFill>
                <a:latin typeface="Arial"/>
              </a:rPr>
              <a:t>Fourth Outline Level</a:t>
            </a:r>
            <a:endParaRPr b="0" lang="en-US" sz="14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1"/>
        </a:solidFill>
      </p:bgPr>
    </p:bg>
    <p:spTree>
      <p:nvGrpSpPr>
        <p:cNvPr id="1" name=""/>
        <p:cNvGrpSpPr/>
        <p:nvPr/>
      </p:nvGrpSpPr>
      <p:grpSpPr>
        <a:xfrm>
          <a:off x="0" y="0"/>
          <a:ext cx="0" cy="0"/>
          <a:chOff x="0" y="0"/>
          <a:chExt cx="0" cy="0"/>
        </a:xfrm>
      </p:grpSpPr>
      <p:grpSp>
        <p:nvGrpSpPr>
          <p:cNvPr id="11" name="Google Shape;70;p11"/>
          <p:cNvGrpSpPr/>
          <p:nvPr/>
        </p:nvGrpSpPr>
        <p:grpSpPr>
          <a:xfrm>
            <a:off x="6098760" y="0"/>
            <a:ext cx="3045240" cy="2030400"/>
            <a:chOff x="6098760" y="0"/>
            <a:chExt cx="3045240" cy="2030400"/>
          </a:xfrm>
        </p:grpSpPr>
        <p:sp>
          <p:nvSpPr>
            <p:cNvPr id="12" name="Google Shape;71;p11"/>
            <p:cNvSpPr/>
            <p:nvPr/>
          </p:nvSpPr>
          <p:spPr>
            <a:xfrm>
              <a:off x="8128800" y="0"/>
              <a:ext cx="1014840" cy="1014840"/>
            </a:xfrm>
            <a:prstGeom prst="rect">
              <a:avLst/>
            </a:prstGeom>
            <a:solidFill>
              <a:schemeClr val="accent1"/>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ffffff"/>
                </a:solidFill>
                <a:latin typeface="Arial"/>
              </a:endParaRPr>
            </a:p>
          </p:txBody>
        </p:sp>
        <p:sp>
          <p:nvSpPr>
            <p:cNvPr id="13" name="Google Shape;72;p11"/>
            <p:cNvSpPr/>
            <p:nvPr/>
          </p:nvSpPr>
          <p:spPr>
            <a:xfrm flipH="1">
              <a:off x="7112880" y="0"/>
              <a:ext cx="1014840" cy="1014840"/>
            </a:xfrm>
            <a:prstGeom prst="rtTriangle">
              <a:avLst/>
            </a:prstGeom>
            <a:solidFill>
              <a:schemeClr val="accent2"/>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ffffff"/>
                </a:solidFill>
                <a:latin typeface="Arial"/>
              </a:endParaRPr>
            </a:p>
          </p:txBody>
        </p:sp>
        <p:sp>
          <p:nvSpPr>
            <p:cNvPr id="14" name="Google Shape;73;p11"/>
            <p:cNvSpPr/>
            <p:nvPr/>
          </p:nvSpPr>
          <p:spPr>
            <a:xfrm flipH="1" rot="10800000">
              <a:off x="7113240" y="360"/>
              <a:ext cx="1014840" cy="1014840"/>
            </a:xfrm>
            <a:prstGeom prst="rtTriangle">
              <a:avLst/>
            </a:prstGeom>
            <a:solidFill>
              <a:schemeClr val="accent6"/>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ffffff"/>
                </a:solidFill>
                <a:latin typeface="Arial"/>
              </a:endParaRPr>
            </a:p>
          </p:txBody>
        </p:sp>
        <p:sp>
          <p:nvSpPr>
            <p:cNvPr id="15" name="Google Shape;74;p11"/>
            <p:cNvSpPr/>
            <p:nvPr/>
          </p:nvSpPr>
          <p:spPr>
            <a:xfrm rot="10800000">
              <a:off x="6098760" y="360"/>
              <a:ext cx="1014840" cy="1014840"/>
            </a:xfrm>
            <a:prstGeom prst="rtTriangle">
              <a:avLst/>
            </a:prstGeom>
            <a:solidFill>
              <a:schemeClr val="accent1"/>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ffffff"/>
                </a:solidFill>
                <a:latin typeface="Arial"/>
              </a:endParaRPr>
            </a:p>
          </p:txBody>
        </p:sp>
        <p:sp>
          <p:nvSpPr>
            <p:cNvPr id="16" name="Google Shape;75;p11"/>
            <p:cNvSpPr/>
            <p:nvPr/>
          </p:nvSpPr>
          <p:spPr>
            <a:xfrm rot="10800000">
              <a:off x="8129160" y="1015560"/>
              <a:ext cx="1014840" cy="1014840"/>
            </a:xfrm>
            <a:prstGeom prst="rtTriangle">
              <a:avLst/>
            </a:prstGeom>
            <a:solidFill>
              <a:schemeClr val="accent6"/>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ffffff"/>
                </a:solidFill>
                <a:latin typeface="Arial"/>
              </a:endParaRPr>
            </a:p>
          </p:txBody>
        </p:sp>
      </p:grpSp>
      <p:sp>
        <p:nvSpPr>
          <p:cNvPr id="17" name="PlaceHolder 1"/>
          <p:cNvSpPr>
            <a:spLocks noGrp="1"/>
          </p:cNvSpPr>
          <p:nvPr>
            <p:ph type="title"/>
          </p:nvPr>
        </p:nvSpPr>
        <p:spPr>
          <a:xfrm>
            <a:off x="311760" y="1256040"/>
            <a:ext cx="8520120" cy="2030400"/>
          </a:xfrm>
          <a:prstGeom prst="rect">
            <a:avLst/>
          </a:prstGeom>
          <a:noFill/>
          <a:ln w="0">
            <a:noFill/>
          </a:ln>
        </p:spPr>
        <p:txBody>
          <a:bodyPr lIns="91440" rIns="91440" tIns="91440" bIns="91440" anchor="b">
            <a:normAutofit/>
          </a:bodyPr>
          <a:p>
            <a:pPr indent="0" algn="ctr">
              <a:lnSpc>
                <a:spcPct val="100000"/>
              </a:lnSpc>
              <a:buNone/>
            </a:pPr>
            <a:r>
              <a:rPr b="0" lang="en-US" sz="12000" spc="-1" strike="noStrike">
                <a:solidFill>
                  <a:schemeClr val="lt1"/>
                </a:solidFill>
                <a:latin typeface="Roboto"/>
                <a:ea typeface="Roboto"/>
              </a:rPr>
              <a:t>xx%</a:t>
            </a:r>
            <a:endParaRPr b="0" lang="en-US" sz="12000" spc="-1" strike="noStrike">
              <a:solidFill>
                <a:srgbClr val="000000"/>
              </a:solidFill>
              <a:latin typeface="Arial"/>
            </a:endParaRPr>
          </a:p>
        </p:txBody>
      </p:sp>
      <p:sp>
        <p:nvSpPr>
          <p:cNvPr id="18" name="PlaceHolder 2"/>
          <p:cNvSpPr>
            <a:spLocks noGrp="1"/>
          </p:cNvSpPr>
          <p:nvPr>
            <p:ph type="body"/>
          </p:nvPr>
        </p:nvSpPr>
        <p:spPr>
          <a:xfrm>
            <a:off x="311760" y="3369240"/>
            <a:ext cx="8520120" cy="1281600"/>
          </a:xfrm>
          <a:prstGeom prst="rect">
            <a:avLst/>
          </a:prstGeom>
          <a:noFill/>
          <a:ln w="0">
            <a:noFill/>
          </a:ln>
        </p:spPr>
        <p:txBody>
          <a:bodyPr lIns="91440" rIns="91440" tIns="91440" bIns="91440" anchor="t">
            <a:normAutofit fontScale="50000" lnSpcReduction="20000"/>
          </a:bodyPr>
          <a:p>
            <a:pPr marL="432000" indent="-324000">
              <a:spcBef>
                <a:spcPts val="1417"/>
              </a:spcBef>
              <a:buClr>
                <a:srgbClr val="ffffff"/>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9" name="PlaceHolder 3"/>
          <p:cNvSpPr>
            <a:spLocks noGrp="1"/>
          </p:cNvSpPr>
          <p:nvPr>
            <p:ph type="sldNum" idx="2"/>
          </p:nvPr>
        </p:nvSpPr>
        <p:spPr>
          <a:xfrm>
            <a:off x="8460360" y="4651200"/>
            <a:ext cx="548280" cy="393120"/>
          </a:xfrm>
          <a:prstGeom prst="rect">
            <a:avLst/>
          </a:prstGeom>
          <a:noFill/>
          <a:ln w="0">
            <a:noFill/>
          </a:ln>
        </p:spPr>
        <p:txBody>
          <a:bodyPr lIns="91440" rIns="91440" tIns="91440" bIns="91440" anchor="ctr">
            <a:normAutofit/>
          </a:bodyPr>
          <a:lstStyle>
            <a:lvl1pPr indent="0" algn="r">
              <a:lnSpc>
                <a:spcPct val="100000"/>
              </a:lnSpc>
              <a:buNone/>
              <a:tabLst>
                <a:tab algn="l" pos="0"/>
              </a:tabLst>
              <a:defRPr b="0" lang="es" sz="1000" spc="-1" strike="noStrike">
                <a:solidFill>
                  <a:schemeClr val="lt1"/>
                </a:solidFill>
                <a:latin typeface="Roboto"/>
                <a:ea typeface="Roboto"/>
              </a:defRPr>
            </a:lvl1pPr>
          </a:lstStyle>
          <a:p>
            <a:pPr indent="0" algn="r">
              <a:lnSpc>
                <a:spcPct val="100000"/>
              </a:lnSpc>
              <a:buNone/>
              <a:tabLst>
                <a:tab algn="l" pos="0"/>
              </a:tabLst>
            </a:pPr>
            <a:fld id="{8990B004-6035-4A52-8A68-5FEB784F305F}" type="slidenum">
              <a:rPr b="0" lang="es" sz="1000" spc="-1" strike="noStrike">
                <a:solidFill>
                  <a:schemeClr val="lt1"/>
                </a:solidFill>
                <a:latin typeface="Roboto"/>
                <a:ea typeface="Roboto"/>
              </a:rPr>
              <a:t>&lt;number&gt;</a:t>
            </a:fld>
            <a:endParaRPr b="0" lang="en-US" sz="1000" spc="-1" strike="noStrike">
              <a:solidFill>
                <a:srgbClr val="ffffff"/>
              </a:solidFill>
              <a:latin typeface="Times New Roman"/>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20" name="PlaceHolder 1"/>
          <p:cNvSpPr>
            <a:spLocks noGrp="1"/>
          </p:cNvSpPr>
          <p:nvPr>
            <p:ph type="sldNum" idx="3"/>
          </p:nvPr>
        </p:nvSpPr>
        <p:spPr>
          <a:xfrm>
            <a:off x="8460360" y="4651200"/>
            <a:ext cx="548280" cy="393120"/>
          </a:xfrm>
          <a:prstGeom prst="rect">
            <a:avLst/>
          </a:prstGeom>
          <a:noFill/>
          <a:ln w="0">
            <a:noFill/>
          </a:ln>
        </p:spPr>
        <p:txBody>
          <a:bodyPr lIns="91440" rIns="91440" tIns="91440" bIns="91440" anchor="ctr">
            <a:normAutofit/>
          </a:bodyPr>
          <a:lstStyle>
            <a:lvl1pPr indent="0" algn="r">
              <a:lnSpc>
                <a:spcPct val="100000"/>
              </a:lnSpc>
              <a:buNone/>
              <a:tabLst>
                <a:tab algn="l" pos="0"/>
              </a:tabLst>
              <a:defRPr b="0" lang="es" sz="1000" spc="-1" strike="noStrike">
                <a:solidFill>
                  <a:schemeClr val="dk2"/>
                </a:solidFill>
                <a:latin typeface="Roboto"/>
                <a:ea typeface="Roboto"/>
              </a:defRPr>
            </a:lvl1pPr>
          </a:lstStyle>
          <a:p>
            <a:pPr indent="0" algn="r">
              <a:lnSpc>
                <a:spcPct val="100000"/>
              </a:lnSpc>
              <a:buNone/>
              <a:tabLst>
                <a:tab algn="l" pos="0"/>
              </a:tabLst>
            </a:pPr>
            <a:fld id="{CFF037EA-D288-4D09-95A7-67B21614BE33}" type="slidenum">
              <a:rPr b="0" lang="es" sz="1000" spc="-1" strike="noStrike">
                <a:solidFill>
                  <a:schemeClr val="dk2"/>
                </a:solidFill>
                <a:latin typeface="Roboto"/>
                <a:ea typeface="Roboto"/>
              </a:rPr>
              <a:t>&lt;number&gt;</a:t>
            </a:fld>
            <a:endParaRPr b="0" lang="en-US"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1"/>
        </a:solidFill>
      </p:bgPr>
    </p:bg>
    <p:spTree>
      <p:nvGrpSpPr>
        <p:cNvPr id="1" name=""/>
        <p:cNvGrpSpPr/>
        <p:nvPr/>
      </p:nvGrpSpPr>
      <p:grpSpPr>
        <a:xfrm>
          <a:off x="0" y="0"/>
          <a:ext cx="0" cy="0"/>
          <a:chOff x="0" y="0"/>
          <a:chExt cx="0" cy="0"/>
        </a:xfrm>
      </p:grpSpPr>
      <p:grpSp>
        <p:nvGrpSpPr>
          <p:cNvPr id="21" name="Google Shape;20;p3"/>
          <p:cNvGrpSpPr/>
          <p:nvPr/>
        </p:nvGrpSpPr>
        <p:grpSpPr>
          <a:xfrm>
            <a:off x="6098760" y="0"/>
            <a:ext cx="3045240" cy="2030400"/>
            <a:chOff x="6098760" y="0"/>
            <a:chExt cx="3045240" cy="2030400"/>
          </a:xfrm>
        </p:grpSpPr>
        <p:sp>
          <p:nvSpPr>
            <p:cNvPr id="22" name="Google Shape;21;p3"/>
            <p:cNvSpPr/>
            <p:nvPr/>
          </p:nvSpPr>
          <p:spPr>
            <a:xfrm>
              <a:off x="8128800" y="0"/>
              <a:ext cx="1014840" cy="1014840"/>
            </a:xfrm>
            <a:prstGeom prst="rect">
              <a:avLst/>
            </a:prstGeom>
            <a:solidFill>
              <a:schemeClr val="accent1"/>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ffffff"/>
                </a:solidFill>
                <a:latin typeface="Arial"/>
              </a:endParaRPr>
            </a:p>
          </p:txBody>
        </p:sp>
        <p:sp>
          <p:nvSpPr>
            <p:cNvPr id="23" name="Google Shape;22;p3"/>
            <p:cNvSpPr/>
            <p:nvPr/>
          </p:nvSpPr>
          <p:spPr>
            <a:xfrm flipH="1">
              <a:off x="7112880" y="0"/>
              <a:ext cx="1014840" cy="1014840"/>
            </a:xfrm>
            <a:prstGeom prst="rtTriangle">
              <a:avLst/>
            </a:prstGeom>
            <a:solidFill>
              <a:schemeClr val="accent2"/>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ffffff"/>
                </a:solidFill>
                <a:latin typeface="Arial"/>
              </a:endParaRPr>
            </a:p>
          </p:txBody>
        </p:sp>
        <p:sp>
          <p:nvSpPr>
            <p:cNvPr id="24" name="Google Shape;23;p3"/>
            <p:cNvSpPr/>
            <p:nvPr/>
          </p:nvSpPr>
          <p:spPr>
            <a:xfrm flipH="1" rot="10800000">
              <a:off x="7113240" y="360"/>
              <a:ext cx="1014840" cy="1014840"/>
            </a:xfrm>
            <a:prstGeom prst="rtTriangle">
              <a:avLst/>
            </a:prstGeom>
            <a:solidFill>
              <a:schemeClr val="accent6"/>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ffffff"/>
                </a:solidFill>
                <a:latin typeface="Arial"/>
              </a:endParaRPr>
            </a:p>
          </p:txBody>
        </p:sp>
        <p:sp>
          <p:nvSpPr>
            <p:cNvPr id="25" name="Google Shape;24;p3"/>
            <p:cNvSpPr/>
            <p:nvPr/>
          </p:nvSpPr>
          <p:spPr>
            <a:xfrm rot="10800000">
              <a:off x="6098760" y="360"/>
              <a:ext cx="1014840" cy="1014840"/>
            </a:xfrm>
            <a:prstGeom prst="rtTriangle">
              <a:avLst/>
            </a:prstGeom>
            <a:solidFill>
              <a:schemeClr val="accent1"/>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ffffff"/>
                </a:solidFill>
                <a:latin typeface="Arial"/>
              </a:endParaRPr>
            </a:p>
          </p:txBody>
        </p:sp>
        <p:sp>
          <p:nvSpPr>
            <p:cNvPr id="26" name="Google Shape;25;p3"/>
            <p:cNvSpPr/>
            <p:nvPr/>
          </p:nvSpPr>
          <p:spPr>
            <a:xfrm rot="10800000">
              <a:off x="8129160" y="1015560"/>
              <a:ext cx="1014840" cy="1014840"/>
            </a:xfrm>
            <a:prstGeom prst="rtTriangle">
              <a:avLst/>
            </a:prstGeom>
            <a:solidFill>
              <a:schemeClr val="accent6"/>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ffffff"/>
                </a:solidFill>
                <a:latin typeface="Arial"/>
              </a:endParaRPr>
            </a:p>
          </p:txBody>
        </p:sp>
      </p:grpSp>
      <p:sp>
        <p:nvSpPr>
          <p:cNvPr id="27" name="PlaceHolder 1"/>
          <p:cNvSpPr>
            <a:spLocks noGrp="1"/>
          </p:cNvSpPr>
          <p:nvPr>
            <p:ph type="title"/>
          </p:nvPr>
        </p:nvSpPr>
        <p:spPr>
          <a:xfrm>
            <a:off x="597960" y="2152440"/>
            <a:ext cx="8221680" cy="838440"/>
          </a:xfrm>
          <a:prstGeom prst="rect">
            <a:avLst/>
          </a:prstGeom>
          <a:noFill/>
          <a:ln w="0">
            <a:noFill/>
          </a:ln>
        </p:spPr>
        <p:txBody>
          <a:bodyPr lIns="91440" rIns="91440" tIns="91440" bIns="91440" anchor="ctr">
            <a:normAutofit/>
          </a:bodyPr>
          <a:p>
            <a:pPr indent="0">
              <a:buNone/>
            </a:pPr>
            <a:r>
              <a:rPr b="0" lang="en-US" sz="4200" spc="-1" strike="noStrike">
                <a:solidFill>
                  <a:srgbClr val="000000"/>
                </a:solidFill>
                <a:latin typeface="Arial"/>
              </a:rPr>
              <a:t>Click to edit the title text format</a:t>
            </a:r>
            <a:endParaRPr b="0" lang="en-US" sz="4200" spc="-1" strike="noStrike">
              <a:solidFill>
                <a:srgbClr val="000000"/>
              </a:solidFill>
              <a:latin typeface="Arial"/>
            </a:endParaRPr>
          </a:p>
        </p:txBody>
      </p:sp>
      <p:sp>
        <p:nvSpPr>
          <p:cNvPr id="28" name="PlaceHolder 2"/>
          <p:cNvSpPr>
            <a:spLocks noGrp="1"/>
          </p:cNvSpPr>
          <p:nvPr>
            <p:ph type="sldNum" idx="4"/>
          </p:nvPr>
        </p:nvSpPr>
        <p:spPr>
          <a:xfrm>
            <a:off x="8460360" y="4651200"/>
            <a:ext cx="548280" cy="393120"/>
          </a:xfrm>
          <a:prstGeom prst="rect">
            <a:avLst/>
          </a:prstGeom>
          <a:noFill/>
          <a:ln w="0">
            <a:noFill/>
          </a:ln>
        </p:spPr>
        <p:txBody>
          <a:bodyPr lIns="91440" rIns="91440" tIns="91440" bIns="91440" anchor="ctr">
            <a:normAutofit/>
          </a:bodyPr>
          <a:lstStyle>
            <a:lvl1pPr indent="0" algn="r">
              <a:lnSpc>
                <a:spcPct val="100000"/>
              </a:lnSpc>
              <a:buNone/>
              <a:tabLst>
                <a:tab algn="l" pos="0"/>
              </a:tabLst>
              <a:defRPr b="0" lang="es" sz="1000" spc="-1" strike="noStrike">
                <a:solidFill>
                  <a:schemeClr val="lt1"/>
                </a:solidFill>
                <a:latin typeface="Roboto"/>
                <a:ea typeface="Roboto"/>
              </a:defRPr>
            </a:lvl1pPr>
          </a:lstStyle>
          <a:p>
            <a:pPr indent="0" algn="r">
              <a:lnSpc>
                <a:spcPct val="100000"/>
              </a:lnSpc>
              <a:buNone/>
              <a:tabLst>
                <a:tab algn="l" pos="0"/>
              </a:tabLst>
            </a:pPr>
            <a:fld id="{CCACD10F-EE45-4282-AE1B-D729BEAB2F12}" type="slidenum">
              <a:rPr b="0" lang="es" sz="1000" spc="-1" strike="noStrike">
                <a:solidFill>
                  <a:schemeClr val="lt1"/>
                </a:solidFill>
                <a:latin typeface="Roboto"/>
                <a:ea typeface="Roboto"/>
              </a:rPr>
              <a:t>&lt;number&gt;</a:t>
            </a:fld>
            <a:endParaRPr b="0" lang="en-US" sz="1000" spc="-1" strike="noStrike">
              <a:solidFill>
                <a:srgbClr val="ffffff"/>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grpSp>
        <p:nvGrpSpPr>
          <p:cNvPr id="29" name="Google Shape;29;p4"/>
          <p:cNvGrpSpPr/>
          <p:nvPr/>
        </p:nvGrpSpPr>
        <p:grpSpPr>
          <a:xfrm>
            <a:off x="0" y="3903840"/>
            <a:ext cx="9144000" cy="1239480"/>
            <a:chOff x="0" y="3903840"/>
            <a:chExt cx="9144000" cy="1239480"/>
          </a:xfrm>
        </p:grpSpPr>
        <p:sp>
          <p:nvSpPr>
            <p:cNvPr id="30" name="Google Shape;30;p4"/>
            <p:cNvSpPr/>
            <p:nvPr/>
          </p:nvSpPr>
          <p:spPr>
            <a:xfrm>
              <a:off x="8154720" y="3903840"/>
              <a:ext cx="988920" cy="987480"/>
            </a:xfrm>
            <a:prstGeom prst="rtTriangle">
              <a:avLst/>
            </a:prstGeom>
            <a:solidFill>
              <a:schemeClr val="accent5"/>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ffffff"/>
                </a:solidFill>
                <a:latin typeface="Arial"/>
              </a:endParaRPr>
            </a:p>
          </p:txBody>
        </p:sp>
        <p:sp>
          <p:nvSpPr>
            <p:cNvPr id="31" name="Google Shape;31;p4"/>
            <p:cNvSpPr/>
            <p:nvPr/>
          </p:nvSpPr>
          <p:spPr>
            <a:xfrm flipH="1">
              <a:off x="6180480" y="3903840"/>
              <a:ext cx="988920" cy="987480"/>
            </a:xfrm>
            <a:prstGeom prst="rtTriangle">
              <a:avLst/>
            </a:prstGeom>
            <a:solidFill>
              <a:schemeClr val="accent5"/>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ffffff"/>
                </a:solidFill>
                <a:latin typeface="Arial"/>
              </a:endParaRPr>
            </a:p>
          </p:txBody>
        </p:sp>
        <p:sp>
          <p:nvSpPr>
            <p:cNvPr id="32" name="Google Shape;32;p4"/>
            <p:cNvSpPr/>
            <p:nvPr/>
          </p:nvSpPr>
          <p:spPr>
            <a:xfrm>
              <a:off x="7170120" y="3903840"/>
              <a:ext cx="988920" cy="987480"/>
            </a:xfrm>
            <a:prstGeom prst="rect">
              <a:avLst/>
            </a:prstGeom>
            <a:solidFill>
              <a:schemeClr val="accent4"/>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ffffff"/>
                </a:solidFill>
                <a:latin typeface="Arial"/>
              </a:endParaRPr>
            </a:p>
          </p:txBody>
        </p:sp>
        <p:sp>
          <p:nvSpPr>
            <p:cNvPr id="33" name="Google Shape;33;p4"/>
            <p:cNvSpPr/>
            <p:nvPr/>
          </p:nvSpPr>
          <p:spPr>
            <a:xfrm rot="10800000">
              <a:off x="8155080" y="3904200"/>
              <a:ext cx="988920" cy="987480"/>
            </a:xfrm>
            <a:prstGeom prst="rtTriangle">
              <a:avLst/>
            </a:prstGeom>
            <a:solidFill>
              <a:schemeClr val="accent3"/>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ffffff"/>
                </a:solidFill>
                <a:latin typeface="Arial"/>
              </a:endParaRPr>
            </a:p>
          </p:txBody>
        </p:sp>
        <p:sp>
          <p:nvSpPr>
            <p:cNvPr id="34" name="Google Shape;34;p4"/>
            <p:cNvSpPr/>
            <p:nvPr/>
          </p:nvSpPr>
          <p:spPr>
            <a:xfrm>
              <a:off x="0" y="4891680"/>
              <a:ext cx="9143640" cy="251640"/>
            </a:xfrm>
            <a:prstGeom prst="rect">
              <a:avLst/>
            </a:prstGeom>
            <a:solidFill>
              <a:schemeClr val="dk1"/>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ffffff"/>
                </a:solidFill>
                <a:latin typeface="Arial"/>
              </a:endParaRPr>
            </a:p>
          </p:txBody>
        </p:sp>
      </p:grpSp>
      <p:sp>
        <p:nvSpPr>
          <p:cNvPr id="35" name="PlaceHolder 1"/>
          <p:cNvSpPr>
            <a:spLocks noGrp="1"/>
          </p:cNvSpPr>
          <p:nvPr>
            <p:ph type="title"/>
          </p:nvPr>
        </p:nvSpPr>
        <p:spPr>
          <a:xfrm>
            <a:off x="311760" y="410040"/>
            <a:ext cx="8520120" cy="607320"/>
          </a:xfrm>
          <a:prstGeom prst="rect">
            <a:avLst/>
          </a:prstGeom>
          <a:noFill/>
          <a:ln w="0">
            <a:noFill/>
          </a:ln>
        </p:spPr>
        <p:txBody>
          <a:bodyPr lIns="91440" rIns="91440" tIns="91440" bIns="91440" anchor="t">
            <a:normAutofit fontScale="96363"/>
          </a:bodyPr>
          <a:p>
            <a:pPr indent="0">
              <a:buNone/>
            </a:pPr>
            <a:r>
              <a:rPr b="0" lang="en-US" sz="3000" spc="-1" strike="noStrike">
                <a:solidFill>
                  <a:srgbClr val="000000"/>
                </a:solidFill>
                <a:latin typeface="Arial"/>
              </a:rPr>
              <a:t>Click to edit the title text format</a:t>
            </a:r>
            <a:endParaRPr b="0" lang="en-US" sz="3000" spc="-1" strike="noStrike">
              <a:solidFill>
                <a:srgbClr val="000000"/>
              </a:solidFill>
              <a:latin typeface="Arial"/>
            </a:endParaRPr>
          </a:p>
        </p:txBody>
      </p:sp>
      <p:sp>
        <p:nvSpPr>
          <p:cNvPr id="36" name="PlaceHolder 2"/>
          <p:cNvSpPr>
            <a:spLocks noGrp="1"/>
          </p:cNvSpPr>
          <p:nvPr>
            <p:ph type="body"/>
          </p:nvPr>
        </p:nvSpPr>
        <p:spPr>
          <a:xfrm>
            <a:off x="311760" y="1229760"/>
            <a:ext cx="8520120" cy="3338640"/>
          </a:xfrm>
          <a:prstGeom prst="rect">
            <a:avLst/>
          </a:prstGeom>
          <a:noFill/>
          <a:ln w="0">
            <a:noFill/>
          </a:ln>
        </p:spPr>
        <p:txBody>
          <a:bodyPr lIns="91440" rIns="91440" tIns="91440" bIns="9144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7" name="PlaceHolder 3"/>
          <p:cNvSpPr>
            <a:spLocks noGrp="1"/>
          </p:cNvSpPr>
          <p:nvPr>
            <p:ph type="sldNum" idx="5"/>
          </p:nvPr>
        </p:nvSpPr>
        <p:spPr>
          <a:xfrm>
            <a:off x="8460360" y="4651200"/>
            <a:ext cx="548280" cy="393120"/>
          </a:xfrm>
          <a:prstGeom prst="rect">
            <a:avLst/>
          </a:prstGeom>
          <a:noFill/>
          <a:ln w="0">
            <a:noFill/>
          </a:ln>
        </p:spPr>
        <p:txBody>
          <a:bodyPr lIns="91440" rIns="91440" tIns="91440" bIns="91440" anchor="ctr">
            <a:normAutofit/>
          </a:bodyPr>
          <a:lstStyle>
            <a:lvl1pPr indent="0" algn="r">
              <a:lnSpc>
                <a:spcPct val="100000"/>
              </a:lnSpc>
              <a:buNone/>
              <a:tabLst>
                <a:tab algn="l" pos="0"/>
              </a:tabLst>
              <a:defRPr b="0" lang="es" sz="1000" spc="-1" strike="noStrike">
                <a:solidFill>
                  <a:schemeClr val="lt1"/>
                </a:solidFill>
                <a:latin typeface="Roboto"/>
                <a:ea typeface="Roboto"/>
              </a:defRPr>
            </a:lvl1pPr>
          </a:lstStyle>
          <a:p>
            <a:pPr indent="0" algn="r">
              <a:lnSpc>
                <a:spcPct val="100000"/>
              </a:lnSpc>
              <a:buNone/>
              <a:tabLst>
                <a:tab algn="l" pos="0"/>
              </a:tabLst>
            </a:pPr>
            <a:fld id="{58EED1EA-42DC-4F96-9028-9D7D1FD99174}" type="slidenum">
              <a:rPr b="0" lang="es" sz="1000" spc="-1" strike="noStrike">
                <a:solidFill>
                  <a:schemeClr val="lt1"/>
                </a:solidFill>
                <a:latin typeface="Roboto"/>
                <a:ea typeface="Roboto"/>
              </a:rPr>
              <a:t>&lt;number&gt;</a:t>
            </a:fld>
            <a:endParaRPr b="0" lang="en-US"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40" name="PlaceHolder 1"/>
          <p:cNvSpPr>
            <a:spLocks noGrp="1"/>
          </p:cNvSpPr>
          <p:nvPr>
            <p:ph type="title"/>
          </p:nvPr>
        </p:nvSpPr>
        <p:spPr>
          <a:xfrm>
            <a:off x="311760" y="410040"/>
            <a:ext cx="8520120" cy="607320"/>
          </a:xfrm>
          <a:prstGeom prst="rect">
            <a:avLst/>
          </a:prstGeom>
          <a:noFill/>
          <a:ln w="0">
            <a:noFill/>
          </a:ln>
        </p:spPr>
        <p:txBody>
          <a:bodyPr lIns="91440" rIns="91440" tIns="91440" bIns="91440" anchor="t">
            <a:normAutofit fontScale="96363"/>
          </a:bodyPr>
          <a:p>
            <a:pPr indent="0">
              <a:buNone/>
            </a:pPr>
            <a:r>
              <a:rPr b="0" lang="en-US" sz="3000" spc="-1" strike="noStrike">
                <a:solidFill>
                  <a:srgbClr val="000000"/>
                </a:solidFill>
                <a:latin typeface="Arial"/>
              </a:rPr>
              <a:t>Click to edit the title text format</a:t>
            </a:r>
            <a:endParaRPr b="0" lang="en-US" sz="3000" spc="-1" strike="noStrike">
              <a:solidFill>
                <a:srgbClr val="000000"/>
              </a:solidFill>
              <a:latin typeface="Arial"/>
            </a:endParaRPr>
          </a:p>
        </p:txBody>
      </p:sp>
      <p:sp>
        <p:nvSpPr>
          <p:cNvPr id="41" name="PlaceHolder 2"/>
          <p:cNvSpPr>
            <a:spLocks noGrp="1"/>
          </p:cNvSpPr>
          <p:nvPr>
            <p:ph type="body"/>
          </p:nvPr>
        </p:nvSpPr>
        <p:spPr>
          <a:xfrm>
            <a:off x="311760" y="1230120"/>
            <a:ext cx="3999600" cy="3338640"/>
          </a:xfrm>
          <a:prstGeom prst="rect">
            <a:avLst/>
          </a:prstGeom>
          <a:noFill/>
          <a:ln w="0">
            <a:noFill/>
          </a:ln>
        </p:spPr>
        <p:txBody>
          <a:bodyPr lIns="91440" rIns="91440" tIns="91440" bIns="91440" anchor="t">
            <a:normAutofit/>
          </a:bodyPr>
          <a:p>
            <a:pPr marL="432000" indent="-324000">
              <a:spcBef>
                <a:spcPts val="1417"/>
              </a:spcBef>
              <a:buClr>
                <a:srgbClr val="000000"/>
              </a:buClr>
              <a:buSzPct val="45000"/>
              <a:buFont typeface="Wingdings" charset="2"/>
              <a:buChar char=""/>
            </a:pPr>
            <a:r>
              <a:rPr b="0" lang="en-US" sz="1400" spc="-1" strike="noStrike">
                <a:solidFill>
                  <a:srgbClr val="000000"/>
                </a:solidFill>
                <a:latin typeface="Arial"/>
              </a:rPr>
              <a:t>Click to edit the outline text format</a:t>
            </a:r>
            <a:endParaRPr b="0" lang="en-US" sz="1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400" spc="-1" strike="noStrike">
                <a:solidFill>
                  <a:srgbClr val="000000"/>
                </a:solidFill>
                <a:latin typeface="Arial"/>
              </a:rPr>
              <a:t>Second Outline Level</a:t>
            </a:r>
            <a:endParaRPr b="0" lang="en-US" sz="1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400" spc="-1" strike="noStrike">
                <a:solidFill>
                  <a:srgbClr val="000000"/>
                </a:solidFill>
                <a:latin typeface="Arial"/>
              </a:rPr>
              <a:t>Third Outline Level</a:t>
            </a:r>
            <a:endParaRPr b="0" lang="en-US" sz="1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400" spc="-1" strike="noStrike">
                <a:solidFill>
                  <a:srgbClr val="000000"/>
                </a:solidFill>
                <a:latin typeface="Arial"/>
              </a:rPr>
              <a:t>Fourth Outline Level</a:t>
            </a:r>
            <a:endParaRPr b="0" lang="en-US" sz="1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400" spc="-1" strike="noStrike">
                <a:solidFill>
                  <a:srgbClr val="000000"/>
                </a:solidFill>
                <a:latin typeface="Arial"/>
              </a:rPr>
              <a:t>Fifth Outline Level</a:t>
            </a:r>
            <a:endParaRPr b="0" lang="en-US" sz="14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400" spc="-1" strike="noStrike">
                <a:solidFill>
                  <a:srgbClr val="000000"/>
                </a:solidFill>
                <a:latin typeface="Arial"/>
              </a:rPr>
              <a:t>Sixth Outline Level</a:t>
            </a:r>
            <a:endParaRPr b="0" lang="en-US" sz="14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400" spc="-1" strike="noStrike">
                <a:solidFill>
                  <a:srgbClr val="000000"/>
                </a:solidFill>
                <a:latin typeface="Arial"/>
              </a:rPr>
              <a:t>Seventh Outline Level</a:t>
            </a:r>
            <a:endParaRPr b="0" lang="en-US" sz="1400" spc="-1" strike="noStrike">
              <a:solidFill>
                <a:srgbClr val="000000"/>
              </a:solidFill>
              <a:latin typeface="Arial"/>
            </a:endParaRPr>
          </a:p>
        </p:txBody>
      </p:sp>
      <p:sp>
        <p:nvSpPr>
          <p:cNvPr id="42" name="PlaceHolder 3"/>
          <p:cNvSpPr>
            <a:spLocks noGrp="1"/>
          </p:cNvSpPr>
          <p:nvPr>
            <p:ph type="body"/>
          </p:nvPr>
        </p:nvSpPr>
        <p:spPr>
          <a:xfrm>
            <a:off x="4832280" y="1230120"/>
            <a:ext cx="3999600" cy="3338640"/>
          </a:xfrm>
          <a:prstGeom prst="rect">
            <a:avLst/>
          </a:prstGeom>
          <a:noFill/>
          <a:ln w="0">
            <a:noFill/>
          </a:ln>
        </p:spPr>
        <p:txBody>
          <a:bodyPr lIns="91440" rIns="91440" tIns="91440" bIns="91440" anchor="t">
            <a:normAutofit/>
          </a:bodyPr>
          <a:p>
            <a:pPr marL="432000" indent="-324000">
              <a:spcBef>
                <a:spcPts val="1417"/>
              </a:spcBef>
              <a:buClr>
                <a:srgbClr val="000000"/>
              </a:buClr>
              <a:buSzPct val="45000"/>
              <a:buFont typeface="Wingdings" charset="2"/>
              <a:buChar char=""/>
            </a:pPr>
            <a:r>
              <a:rPr b="0" lang="en-US" sz="1400" spc="-1" strike="noStrike">
                <a:solidFill>
                  <a:srgbClr val="000000"/>
                </a:solidFill>
                <a:latin typeface="Arial"/>
              </a:rPr>
              <a:t>Click to edit the outline text format</a:t>
            </a:r>
            <a:endParaRPr b="0" lang="en-US" sz="1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400" spc="-1" strike="noStrike">
                <a:solidFill>
                  <a:srgbClr val="000000"/>
                </a:solidFill>
                <a:latin typeface="Arial"/>
              </a:rPr>
              <a:t>Second Outline Level</a:t>
            </a:r>
            <a:endParaRPr b="0" lang="en-US" sz="1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400" spc="-1" strike="noStrike">
                <a:solidFill>
                  <a:srgbClr val="000000"/>
                </a:solidFill>
                <a:latin typeface="Arial"/>
              </a:rPr>
              <a:t>Third Outline Level</a:t>
            </a:r>
            <a:endParaRPr b="0" lang="en-US" sz="1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400" spc="-1" strike="noStrike">
                <a:solidFill>
                  <a:srgbClr val="000000"/>
                </a:solidFill>
                <a:latin typeface="Arial"/>
              </a:rPr>
              <a:t>Fourth Outline Level</a:t>
            </a:r>
            <a:endParaRPr b="0" lang="en-US" sz="1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400" spc="-1" strike="noStrike">
                <a:solidFill>
                  <a:srgbClr val="000000"/>
                </a:solidFill>
                <a:latin typeface="Arial"/>
              </a:rPr>
              <a:t>Fifth Outline Level</a:t>
            </a:r>
            <a:endParaRPr b="0" lang="en-US" sz="14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400" spc="-1" strike="noStrike">
                <a:solidFill>
                  <a:srgbClr val="000000"/>
                </a:solidFill>
                <a:latin typeface="Arial"/>
              </a:rPr>
              <a:t>Sixth Outline Level</a:t>
            </a:r>
            <a:endParaRPr b="0" lang="en-US" sz="14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400" spc="-1" strike="noStrike">
                <a:solidFill>
                  <a:srgbClr val="000000"/>
                </a:solidFill>
                <a:latin typeface="Arial"/>
              </a:rPr>
              <a:t>Seventh Outline Level</a:t>
            </a:r>
            <a:endParaRPr b="0" lang="en-US" sz="1400" spc="-1" strike="noStrike">
              <a:solidFill>
                <a:srgbClr val="000000"/>
              </a:solidFill>
              <a:latin typeface="Arial"/>
            </a:endParaRPr>
          </a:p>
        </p:txBody>
      </p:sp>
      <p:sp>
        <p:nvSpPr>
          <p:cNvPr id="43" name="PlaceHolder 4"/>
          <p:cNvSpPr>
            <a:spLocks noGrp="1"/>
          </p:cNvSpPr>
          <p:nvPr>
            <p:ph type="sldNum" idx="6"/>
          </p:nvPr>
        </p:nvSpPr>
        <p:spPr>
          <a:xfrm>
            <a:off x="8460360" y="4651200"/>
            <a:ext cx="548280" cy="393120"/>
          </a:xfrm>
          <a:prstGeom prst="rect">
            <a:avLst/>
          </a:prstGeom>
          <a:noFill/>
          <a:ln w="0">
            <a:noFill/>
          </a:ln>
        </p:spPr>
        <p:txBody>
          <a:bodyPr lIns="91440" rIns="91440" tIns="91440" bIns="91440" anchor="ctr">
            <a:normAutofit/>
          </a:bodyPr>
          <a:lstStyle>
            <a:lvl1pPr indent="0" algn="r">
              <a:lnSpc>
                <a:spcPct val="100000"/>
              </a:lnSpc>
              <a:buNone/>
              <a:tabLst>
                <a:tab algn="l" pos="0"/>
              </a:tabLst>
              <a:defRPr b="0" lang="es" sz="1000" spc="-1" strike="noStrike">
                <a:solidFill>
                  <a:schemeClr val="dk2"/>
                </a:solidFill>
                <a:latin typeface="Roboto"/>
                <a:ea typeface="Roboto"/>
              </a:defRPr>
            </a:lvl1pPr>
          </a:lstStyle>
          <a:p>
            <a:pPr indent="0" algn="r">
              <a:lnSpc>
                <a:spcPct val="100000"/>
              </a:lnSpc>
              <a:buNone/>
              <a:tabLst>
                <a:tab algn="l" pos="0"/>
              </a:tabLst>
            </a:pPr>
            <a:fld id="{200585AA-1531-41E2-984B-774A9ED933E4}" type="slidenum">
              <a:rPr b="0" lang="es" sz="1000" spc="-1" strike="noStrike">
                <a:solidFill>
                  <a:schemeClr val="dk2"/>
                </a:solidFill>
                <a:latin typeface="Roboto"/>
                <a:ea typeface="Roboto"/>
              </a:rPr>
              <a:t>&lt;number&gt;</a:t>
            </a:fld>
            <a:endParaRPr b="0" lang="en-US"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47" name="PlaceHolder 1"/>
          <p:cNvSpPr>
            <a:spLocks noGrp="1"/>
          </p:cNvSpPr>
          <p:nvPr>
            <p:ph type="title"/>
          </p:nvPr>
        </p:nvSpPr>
        <p:spPr>
          <a:xfrm>
            <a:off x="311760" y="410040"/>
            <a:ext cx="8520120" cy="607320"/>
          </a:xfrm>
          <a:prstGeom prst="rect">
            <a:avLst/>
          </a:prstGeom>
          <a:noFill/>
          <a:ln w="0">
            <a:noFill/>
          </a:ln>
        </p:spPr>
        <p:txBody>
          <a:bodyPr lIns="91440" rIns="91440" tIns="91440" bIns="91440" anchor="t">
            <a:normAutofit fontScale="96363"/>
          </a:bodyPr>
          <a:p>
            <a:pPr indent="0">
              <a:buNone/>
            </a:pPr>
            <a:r>
              <a:rPr b="0" lang="en-US" sz="3000" spc="-1" strike="noStrike">
                <a:solidFill>
                  <a:srgbClr val="000000"/>
                </a:solidFill>
                <a:latin typeface="Arial"/>
              </a:rPr>
              <a:t>Click to edit the title text format</a:t>
            </a:r>
            <a:endParaRPr b="0" lang="en-US" sz="3000" spc="-1" strike="noStrike">
              <a:solidFill>
                <a:srgbClr val="000000"/>
              </a:solidFill>
              <a:latin typeface="Arial"/>
            </a:endParaRPr>
          </a:p>
        </p:txBody>
      </p:sp>
      <p:sp>
        <p:nvSpPr>
          <p:cNvPr id="48" name="PlaceHolder 2"/>
          <p:cNvSpPr>
            <a:spLocks noGrp="1"/>
          </p:cNvSpPr>
          <p:nvPr>
            <p:ph type="sldNum" idx="7"/>
          </p:nvPr>
        </p:nvSpPr>
        <p:spPr>
          <a:xfrm>
            <a:off x="8460360" y="4651200"/>
            <a:ext cx="548280" cy="393120"/>
          </a:xfrm>
          <a:prstGeom prst="rect">
            <a:avLst/>
          </a:prstGeom>
          <a:noFill/>
          <a:ln w="0">
            <a:noFill/>
          </a:ln>
        </p:spPr>
        <p:txBody>
          <a:bodyPr lIns="91440" rIns="91440" tIns="91440" bIns="91440" anchor="ctr">
            <a:normAutofit/>
          </a:bodyPr>
          <a:lstStyle>
            <a:lvl1pPr indent="0" algn="r">
              <a:lnSpc>
                <a:spcPct val="100000"/>
              </a:lnSpc>
              <a:buNone/>
              <a:tabLst>
                <a:tab algn="l" pos="0"/>
              </a:tabLst>
              <a:defRPr b="0" lang="es" sz="1000" spc="-1" strike="noStrike">
                <a:solidFill>
                  <a:schemeClr val="dk2"/>
                </a:solidFill>
                <a:latin typeface="Roboto"/>
                <a:ea typeface="Roboto"/>
              </a:defRPr>
            </a:lvl1pPr>
          </a:lstStyle>
          <a:p>
            <a:pPr indent="0" algn="r">
              <a:lnSpc>
                <a:spcPct val="100000"/>
              </a:lnSpc>
              <a:buNone/>
              <a:tabLst>
                <a:tab algn="l" pos="0"/>
              </a:tabLst>
            </a:pPr>
            <a:fld id="{A3C24E71-647F-4F89-9231-7587ED6D6EEE}" type="slidenum">
              <a:rPr b="0" lang="es" sz="1000" spc="-1" strike="noStrike">
                <a:solidFill>
                  <a:schemeClr val="dk2"/>
                </a:solidFill>
                <a:latin typeface="Roboto"/>
                <a:ea typeface="Roboto"/>
              </a:rPr>
              <a:t>&lt;number&gt;</a:t>
            </a:fld>
            <a:endParaRPr b="0" lang="en-US"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50" name="PlaceHolder 1"/>
          <p:cNvSpPr>
            <a:spLocks noGrp="1"/>
          </p:cNvSpPr>
          <p:nvPr>
            <p:ph type="title"/>
          </p:nvPr>
        </p:nvSpPr>
        <p:spPr>
          <a:xfrm>
            <a:off x="311760" y="555480"/>
            <a:ext cx="2807640" cy="755280"/>
          </a:xfrm>
          <a:prstGeom prst="rect">
            <a:avLst/>
          </a:prstGeom>
          <a:noFill/>
          <a:ln w="0">
            <a:noFill/>
          </a:ln>
        </p:spPr>
        <p:txBody>
          <a:bodyPr lIns="91440" rIns="91440" tIns="91440" bIns="91440" anchor="b">
            <a:normAutofit fontScale="81218"/>
          </a:bodyPr>
          <a:p>
            <a:pPr indent="0">
              <a:buNone/>
            </a:pPr>
            <a:r>
              <a:rPr b="0" lang="en-US" sz="2400" spc="-1" strike="noStrike">
                <a:solidFill>
                  <a:srgbClr val="000000"/>
                </a:solidFill>
                <a:latin typeface="Arial"/>
              </a:rPr>
              <a:t>Click to edit the title text format</a:t>
            </a:r>
            <a:endParaRPr b="0" lang="en-US" sz="2400" spc="-1" strike="noStrike">
              <a:solidFill>
                <a:srgbClr val="000000"/>
              </a:solidFill>
              <a:latin typeface="Arial"/>
            </a:endParaRPr>
          </a:p>
        </p:txBody>
      </p:sp>
      <p:sp>
        <p:nvSpPr>
          <p:cNvPr id="51" name="PlaceHolder 2"/>
          <p:cNvSpPr>
            <a:spLocks noGrp="1"/>
          </p:cNvSpPr>
          <p:nvPr>
            <p:ph type="body"/>
          </p:nvPr>
        </p:nvSpPr>
        <p:spPr>
          <a:xfrm>
            <a:off x="311760" y="1465920"/>
            <a:ext cx="2807640" cy="3102840"/>
          </a:xfrm>
          <a:prstGeom prst="rect">
            <a:avLst/>
          </a:prstGeom>
          <a:noFill/>
          <a:ln w="0">
            <a:noFill/>
          </a:ln>
        </p:spPr>
        <p:txBody>
          <a:bodyPr lIns="91440" rIns="91440" tIns="91440" bIns="91440" anchor="t">
            <a:normAutofit fontScale="35861" lnSpcReduction="10000"/>
          </a:bodyPr>
          <a:p>
            <a:pPr marL="432000" indent="-324000">
              <a:spcBef>
                <a:spcPts val="1417"/>
              </a:spcBef>
              <a:buClr>
                <a:srgbClr val="000000"/>
              </a:buClr>
              <a:buSzPct val="45000"/>
              <a:buFont typeface="Wingdings" charset="2"/>
              <a:buChar char=""/>
            </a:pPr>
            <a:r>
              <a:rPr b="0" lang="en-US" sz="1200" spc="-1" strike="noStrike">
                <a:solidFill>
                  <a:srgbClr val="000000"/>
                </a:solidFill>
                <a:latin typeface="Arial"/>
              </a:rPr>
              <a:t>Click to edit the outline text format</a:t>
            </a:r>
            <a:endParaRPr b="0" lang="en-US" sz="1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200" spc="-1" strike="noStrike">
                <a:solidFill>
                  <a:srgbClr val="000000"/>
                </a:solidFill>
                <a:latin typeface="Arial"/>
              </a:rPr>
              <a:t>Second Outline Level</a:t>
            </a:r>
            <a:endParaRPr b="0" lang="en-US" sz="12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200" spc="-1" strike="noStrike">
                <a:solidFill>
                  <a:srgbClr val="000000"/>
                </a:solidFill>
                <a:latin typeface="Arial"/>
              </a:rPr>
              <a:t>Third Outline Level</a:t>
            </a:r>
            <a:endParaRPr b="0" lang="en-US" sz="12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200" spc="-1" strike="noStrike">
                <a:solidFill>
                  <a:srgbClr val="000000"/>
                </a:solidFill>
                <a:latin typeface="Arial"/>
              </a:rPr>
              <a:t>Fourth Outline Level</a:t>
            </a:r>
            <a:endParaRPr b="0" lang="en-US" sz="12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200" spc="-1" strike="noStrike">
                <a:solidFill>
                  <a:srgbClr val="000000"/>
                </a:solidFill>
                <a:latin typeface="Arial"/>
              </a:rPr>
              <a:t>Fifth Outline Level</a:t>
            </a:r>
            <a:endParaRPr b="0" lang="en-US" sz="12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200" spc="-1" strike="noStrike">
                <a:solidFill>
                  <a:srgbClr val="000000"/>
                </a:solidFill>
                <a:latin typeface="Arial"/>
              </a:rPr>
              <a:t>Sixth Outline Level</a:t>
            </a:r>
            <a:endParaRPr b="0" lang="en-US" sz="12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200" spc="-1" strike="noStrike">
                <a:solidFill>
                  <a:srgbClr val="000000"/>
                </a:solidFill>
                <a:latin typeface="Arial"/>
              </a:rPr>
              <a:t>Seventh Outline Level</a:t>
            </a:r>
            <a:endParaRPr b="0" lang="en-US" sz="1200" spc="-1" strike="noStrike">
              <a:solidFill>
                <a:srgbClr val="000000"/>
              </a:solidFill>
              <a:latin typeface="Arial"/>
            </a:endParaRPr>
          </a:p>
        </p:txBody>
      </p:sp>
      <p:sp>
        <p:nvSpPr>
          <p:cNvPr id="52" name="PlaceHolder 3"/>
          <p:cNvSpPr>
            <a:spLocks noGrp="1"/>
          </p:cNvSpPr>
          <p:nvPr>
            <p:ph type="sldNum" idx="8"/>
          </p:nvPr>
        </p:nvSpPr>
        <p:spPr>
          <a:xfrm>
            <a:off x="8460360" y="4651200"/>
            <a:ext cx="548280" cy="393120"/>
          </a:xfrm>
          <a:prstGeom prst="rect">
            <a:avLst/>
          </a:prstGeom>
          <a:noFill/>
          <a:ln w="0">
            <a:noFill/>
          </a:ln>
        </p:spPr>
        <p:txBody>
          <a:bodyPr lIns="91440" rIns="91440" tIns="91440" bIns="91440" anchor="ctr">
            <a:normAutofit/>
          </a:bodyPr>
          <a:lstStyle>
            <a:lvl1pPr indent="0" algn="r">
              <a:lnSpc>
                <a:spcPct val="100000"/>
              </a:lnSpc>
              <a:buNone/>
              <a:tabLst>
                <a:tab algn="l" pos="0"/>
              </a:tabLst>
              <a:defRPr b="0" lang="es" sz="1000" spc="-1" strike="noStrike">
                <a:solidFill>
                  <a:schemeClr val="dk2"/>
                </a:solidFill>
                <a:latin typeface="Roboto"/>
                <a:ea typeface="Roboto"/>
              </a:defRPr>
            </a:lvl1pPr>
          </a:lstStyle>
          <a:p>
            <a:pPr indent="0" algn="r">
              <a:lnSpc>
                <a:spcPct val="100000"/>
              </a:lnSpc>
              <a:buNone/>
              <a:tabLst>
                <a:tab algn="l" pos="0"/>
              </a:tabLst>
            </a:pPr>
            <a:fld id="{696AA4FD-0504-4EC2-8645-04DF4DA8039D}" type="slidenum">
              <a:rPr b="0" lang="es" sz="1000" spc="-1" strike="noStrike">
                <a:solidFill>
                  <a:schemeClr val="dk2"/>
                </a:solidFill>
                <a:latin typeface="Roboto"/>
                <a:ea typeface="Roboto"/>
              </a:rPr>
              <a:t>&lt;number&gt;</a:t>
            </a:fld>
            <a:endParaRPr b="0" lang="en-US"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accent4"/>
        </a:solidFill>
      </p:bgPr>
    </p:bg>
    <p:spTree>
      <p:nvGrpSpPr>
        <p:cNvPr id="1" name=""/>
        <p:cNvGrpSpPr/>
        <p:nvPr/>
      </p:nvGrpSpPr>
      <p:grpSpPr>
        <a:xfrm>
          <a:off x="0" y="0"/>
          <a:ext cx="0" cy="0"/>
          <a:chOff x="0" y="0"/>
          <a:chExt cx="0" cy="0"/>
        </a:xfrm>
      </p:grpSpPr>
      <p:grpSp>
        <p:nvGrpSpPr>
          <p:cNvPr id="53" name="Google Shape;51;p8"/>
          <p:cNvGrpSpPr/>
          <p:nvPr/>
        </p:nvGrpSpPr>
        <p:grpSpPr>
          <a:xfrm>
            <a:off x="6098760" y="0"/>
            <a:ext cx="3045240" cy="2030400"/>
            <a:chOff x="6098760" y="0"/>
            <a:chExt cx="3045240" cy="2030400"/>
          </a:xfrm>
        </p:grpSpPr>
        <p:sp>
          <p:nvSpPr>
            <p:cNvPr id="54" name="Google Shape;52;p8"/>
            <p:cNvSpPr/>
            <p:nvPr/>
          </p:nvSpPr>
          <p:spPr>
            <a:xfrm>
              <a:off x="8128800" y="0"/>
              <a:ext cx="1014840" cy="1014840"/>
            </a:xfrm>
            <a:prstGeom prst="rect">
              <a:avLst/>
            </a:prstGeom>
            <a:solidFill>
              <a:schemeClr val="accent3"/>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ffffff"/>
                </a:solidFill>
                <a:latin typeface="Arial"/>
              </a:endParaRPr>
            </a:p>
          </p:txBody>
        </p:sp>
        <p:sp>
          <p:nvSpPr>
            <p:cNvPr id="55" name="Google Shape;53;p8"/>
            <p:cNvSpPr/>
            <p:nvPr/>
          </p:nvSpPr>
          <p:spPr>
            <a:xfrm flipH="1">
              <a:off x="7112880" y="0"/>
              <a:ext cx="1014840" cy="1014840"/>
            </a:xfrm>
            <a:prstGeom prst="rtTriangle">
              <a:avLst/>
            </a:prstGeom>
            <a:solidFill>
              <a:schemeClr val="accent5"/>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ffffff"/>
                </a:solidFill>
                <a:latin typeface="Arial"/>
              </a:endParaRPr>
            </a:p>
          </p:txBody>
        </p:sp>
        <p:sp>
          <p:nvSpPr>
            <p:cNvPr id="56" name="Google Shape;54;p8"/>
            <p:cNvSpPr/>
            <p:nvPr/>
          </p:nvSpPr>
          <p:spPr>
            <a:xfrm flipH="1" rot="10800000">
              <a:off x="7113240" y="360"/>
              <a:ext cx="1014840" cy="1014840"/>
            </a:xfrm>
            <a:prstGeom prst="rtTriangle">
              <a:avLst/>
            </a:prstGeom>
            <a:solidFill>
              <a:schemeClr val="accent3"/>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ffffff"/>
                </a:solidFill>
                <a:latin typeface="Arial"/>
              </a:endParaRPr>
            </a:p>
          </p:txBody>
        </p:sp>
        <p:sp>
          <p:nvSpPr>
            <p:cNvPr id="57" name="Google Shape;55;p8"/>
            <p:cNvSpPr/>
            <p:nvPr/>
          </p:nvSpPr>
          <p:spPr>
            <a:xfrm rot="10800000">
              <a:off x="6098760" y="360"/>
              <a:ext cx="1014840" cy="1014840"/>
            </a:xfrm>
            <a:prstGeom prst="rtTriangle">
              <a:avLst/>
            </a:prstGeom>
            <a:solidFill>
              <a:schemeClr val="accent5"/>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ffffff"/>
                </a:solidFill>
                <a:latin typeface="Arial"/>
              </a:endParaRPr>
            </a:p>
          </p:txBody>
        </p:sp>
        <p:sp>
          <p:nvSpPr>
            <p:cNvPr id="58" name="Google Shape;56;p8"/>
            <p:cNvSpPr/>
            <p:nvPr/>
          </p:nvSpPr>
          <p:spPr>
            <a:xfrm rot="10800000">
              <a:off x="8129160" y="1015560"/>
              <a:ext cx="1014840" cy="1014840"/>
            </a:xfrm>
            <a:prstGeom prst="rtTriangle">
              <a:avLst/>
            </a:prstGeom>
            <a:solidFill>
              <a:schemeClr val="accent5"/>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ffffff"/>
                </a:solidFill>
                <a:latin typeface="Arial"/>
              </a:endParaRPr>
            </a:p>
          </p:txBody>
        </p:sp>
      </p:grpSp>
      <p:sp>
        <p:nvSpPr>
          <p:cNvPr id="59" name="PlaceHolder 1"/>
          <p:cNvSpPr>
            <a:spLocks noGrp="1"/>
          </p:cNvSpPr>
          <p:nvPr>
            <p:ph type="title"/>
          </p:nvPr>
        </p:nvSpPr>
        <p:spPr>
          <a:xfrm>
            <a:off x="490320" y="526320"/>
            <a:ext cx="5618520" cy="4090320"/>
          </a:xfrm>
          <a:prstGeom prst="rect">
            <a:avLst/>
          </a:prstGeom>
          <a:noFill/>
          <a:ln w="0">
            <a:noFill/>
          </a:ln>
        </p:spPr>
        <p:txBody>
          <a:bodyPr lIns="91440" rIns="91440" tIns="91440" bIns="91440" anchor="ctr">
            <a:normAutofit/>
          </a:bodyPr>
          <a:p>
            <a:pPr indent="0">
              <a:buNone/>
            </a:pPr>
            <a:r>
              <a:rPr b="0" lang="en-US" sz="4800" spc="-1" strike="noStrike">
                <a:solidFill>
                  <a:srgbClr val="000000"/>
                </a:solidFill>
                <a:latin typeface="Arial"/>
              </a:rPr>
              <a:t>Click to edit the title text format</a:t>
            </a:r>
            <a:endParaRPr b="0" lang="en-US" sz="4800" spc="-1" strike="noStrike">
              <a:solidFill>
                <a:srgbClr val="000000"/>
              </a:solidFill>
              <a:latin typeface="Arial"/>
            </a:endParaRPr>
          </a:p>
        </p:txBody>
      </p:sp>
      <p:sp>
        <p:nvSpPr>
          <p:cNvPr id="60" name="PlaceHolder 2"/>
          <p:cNvSpPr>
            <a:spLocks noGrp="1"/>
          </p:cNvSpPr>
          <p:nvPr>
            <p:ph type="sldNum" idx="9"/>
          </p:nvPr>
        </p:nvSpPr>
        <p:spPr>
          <a:xfrm>
            <a:off x="8460360" y="4651200"/>
            <a:ext cx="548280" cy="393120"/>
          </a:xfrm>
          <a:prstGeom prst="rect">
            <a:avLst/>
          </a:prstGeom>
          <a:noFill/>
          <a:ln w="0">
            <a:noFill/>
          </a:ln>
        </p:spPr>
        <p:txBody>
          <a:bodyPr lIns="91440" rIns="91440" tIns="91440" bIns="91440" anchor="ctr">
            <a:normAutofit/>
          </a:bodyPr>
          <a:lstStyle>
            <a:lvl1pPr indent="0" algn="r">
              <a:lnSpc>
                <a:spcPct val="100000"/>
              </a:lnSpc>
              <a:buNone/>
              <a:tabLst>
                <a:tab algn="l" pos="0"/>
              </a:tabLst>
              <a:defRPr b="0" lang="es" sz="1000" spc="-1" strike="noStrike">
                <a:solidFill>
                  <a:schemeClr val="lt1"/>
                </a:solidFill>
                <a:latin typeface="Roboto"/>
                <a:ea typeface="Roboto"/>
              </a:defRPr>
            </a:lvl1pPr>
          </a:lstStyle>
          <a:p>
            <a:pPr indent="0" algn="r">
              <a:lnSpc>
                <a:spcPct val="100000"/>
              </a:lnSpc>
              <a:buNone/>
              <a:tabLst>
                <a:tab algn="l" pos="0"/>
              </a:tabLst>
            </a:pPr>
            <a:fld id="{353B2E42-BAA8-428D-A032-D14BA13DBBD7}" type="slidenum">
              <a:rPr b="0" lang="es" sz="1000" spc="-1" strike="noStrike">
                <a:solidFill>
                  <a:schemeClr val="lt1"/>
                </a:solidFill>
                <a:latin typeface="Roboto"/>
                <a:ea typeface="Roboto"/>
              </a:rPr>
              <a:t>&lt;number&gt;</a:t>
            </a:fld>
            <a:endParaRPr b="0" lang="en-US" sz="1000" spc="-1" strike="noStrike">
              <a:solidFill>
                <a:srgbClr val="ffffff"/>
              </a:solidFill>
              <a:latin typeface="Times New Roman"/>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61" name="Google Shape;60;p9"/>
          <p:cNvSpPr/>
          <p:nvPr/>
        </p:nvSpPr>
        <p:spPr>
          <a:xfrm>
            <a:off x="4572000" y="0"/>
            <a:ext cx="4571640" cy="5143320"/>
          </a:xfrm>
          <a:prstGeom prst="rect">
            <a:avLst/>
          </a:prstGeom>
          <a:solidFill>
            <a:schemeClr val="dk1"/>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ffffff"/>
              </a:solidFill>
              <a:latin typeface="Arial"/>
            </a:endParaRPr>
          </a:p>
        </p:txBody>
      </p:sp>
      <p:cxnSp>
        <p:nvCxnSpPr>
          <p:cNvPr id="62" name="Google Shape;61;p9"/>
          <p:cNvCxnSpPr/>
          <p:nvPr/>
        </p:nvCxnSpPr>
        <p:spPr>
          <a:xfrm>
            <a:off x="5029560" y="4495320"/>
            <a:ext cx="468720" cy="360"/>
          </a:xfrm>
          <a:prstGeom prst="straightConnector1">
            <a:avLst/>
          </a:prstGeom>
          <a:ln w="19050">
            <a:solidFill>
              <a:srgbClr val="ffffff"/>
            </a:solidFill>
            <a:round/>
          </a:ln>
        </p:spPr>
      </p:cxnSp>
      <p:sp>
        <p:nvSpPr>
          <p:cNvPr id="63" name="PlaceHolder 1"/>
          <p:cNvSpPr>
            <a:spLocks noGrp="1"/>
          </p:cNvSpPr>
          <p:nvPr>
            <p:ph type="title"/>
          </p:nvPr>
        </p:nvSpPr>
        <p:spPr>
          <a:xfrm>
            <a:off x="265680" y="1151280"/>
            <a:ext cx="4044960" cy="1564200"/>
          </a:xfrm>
          <a:prstGeom prst="rect">
            <a:avLst/>
          </a:prstGeom>
          <a:noFill/>
          <a:ln w="0">
            <a:noFill/>
          </a:ln>
        </p:spPr>
        <p:txBody>
          <a:bodyPr lIns="91440" rIns="91440" tIns="91440" bIns="91440" anchor="b">
            <a:normAutofit/>
          </a:bodyPr>
          <a:p>
            <a:pPr indent="0">
              <a:buNone/>
            </a:pPr>
            <a:r>
              <a:rPr b="0" lang="en-US" sz="4200" spc="-1" strike="noStrike">
                <a:solidFill>
                  <a:srgbClr val="000000"/>
                </a:solidFill>
                <a:latin typeface="Arial"/>
              </a:rPr>
              <a:t>Click to edit the title text format</a:t>
            </a:r>
            <a:endParaRPr b="0" lang="en-US" sz="4200" spc="-1" strike="noStrike">
              <a:solidFill>
                <a:srgbClr val="000000"/>
              </a:solidFill>
              <a:latin typeface="Arial"/>
            </a:endParaRPr>
          </a:p>
        </p:txBody>
      </p:sp>
      <p:sp>
        <p:nvSpPr>
          <p:cNvPr id="64" name="PlaceHolder 2"/>
          <p:cNvSpPr>
            <a:spLocks noGrp="1"/>
          </p:cNvSpPr>
          <p:nvPr>
            <p:ph type="body"/>
          </p:nvPr>
        </p:nvSpPr>
        <p:spPr>
          <a:xfrm>
            <a:off x="4939560" y="724320"/>
            <a:ext cx="3836520" cy="3694680"/>
          </a:xfrm>
          <a:prstGeom prst="rect">
            <a:avLst/>
          </a:prstGeom>
          <a:noFill/>
          <a:ln w="0">
            <a:noFill/>
          </a:ln>
        </p:spPr>
        <p:txBody>
          <a:bodyPr lIns="91440" rIns="91440" tIns="91440" bIns="91440" anchor="ctr">
            <a:normAutofit fontScale="87222" lnSpcReduction="10000"/>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65" name="PlaceHolder 3"/>
          <p:cNvSpPr>
            <a:spLocks noGrp="1"/>
          </p:cNvSpPr>
          <p:nvPr>
            <p:ph type="sldNum" idx="10"/>
          </p:nvPr>
        </p:nvSpPr>
        <p:spPr>
          <a:xfrm>
            <a:off x="8460360" y="4651200"/>
            <a:ext cx="548280" cy="393120"/>
          </a:xfrm>
          <a:prstGeom prst="rect">
            <a:avLst/>
          </a:prstGeom>
          <a:noFill/>
          <a:ln w="0">
            <a:noFill/>
          </a:ln>
        </p:spPr>
        <p:txBody>
          <a:bodyPr lIns="91440" rIns="91440" tIns="91440" bIns="91440" anchor="ctr">
            <a:normAutofit/>
          </a:bodyPr>
          <a:lstStyle>
            <a:lvl1pPr indent="0" algn="r">
              <a:lnSpc>
                <a:spcPct val="100000"/>
              </a:lnSpc>
              <a:buNone/>
              <a:tabLst>
                <a:tab algn="l" pos="0"/>
              </a:tabLst>
              <a:defRPr b="0" lang="es" sz="1000" spc="-1" strike="noStrike">
                <a:solidFill>
                  <a:schemeClr val="lt1"/>
                </a:solidFill>
                <a:latin typeface="Roboto"/>
                <a:ea typeface="Roboto"/>
              </a:defRPr>
            </a:lvl1pPr>
          </a:lstStyle>
          <a:p>
            <a:pPr indent="0" algn="r">
              <a:lnSpc>
                <a:spcPct val="100000"/>
              </a:lnSpc>
              <a:buNone/>
              <a:tabLst>
                <a:tab algn="l" pos="0"/>
              </a:tabLst>
            </a:pPr>
            <a:fld id="{1CC1E8BB-40E0-48E5-A074-AB71B8B6611A}" type="slidenum">
              <a:rPr b="0" lang="es" sz="1000" spc="-1" strike="noStrike">
                <a:solidFill>
                  <a:schemeClr val="lt1"/>
                </a:solidFill>
                <a:latin typeface="Roboto"/>
                <a:ea typeface="Roboto"/>
              </a:rPr>
              <a:t>&lt;number&gt;</a:t>
            </a:fld>
            <a:endParaRPr b="0" lang="en-US"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66" name="PlaceHolder 1"/>
          <p:cNvSpPr>
            <a:spLocks noGrp="1"/>
          </p:cNvSpPr>
          <p:nvPr>
            <p:ph type="body"/>
          </p:nvPr>
        </p:nvSpPr>
        <p:spPr>
          <a:xfrm>
            <a:off x="319680" y="4230720"/>
            <a:ext cx="5998320" cy="598320"/>
          </a:xfrm>
          <a:prstGeom prst="rect">
            <a:avLst/>
          </a:prstGeom>
          <a:noFill/>
          <a:ln w="0">
            <a:noFill/>
          </a:ln>
        </p:spPr>
        <p:txBody>
          <a:bodyPr lIns="91440" rIns="91440" tIns="91440" bIns="91440" anchor="ctr">
            <a:normAutofit fontScale="1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67" name="PlaceHolder 2"/>
          <p:cNvSpPr>
            <a:spLocks noGrp="1"/>
          </p:cNvSpPr>
          <p:nvPr>
            <p:ph type="sldNum" idx="11"/>
          </p:nvPr>
        </p:nvSpPr>
        <p:spPr>
          <a:xfrm>
            <a:off x="8460360" y="4651200"/>
            <a:ext cx="548280" cy="393120"/>
          </a:xfrm>
          <a:prstGeom prst="rect">
            <a:avLst/>
          </a:prstGeom>
          <a:noFill/>
          <a:ln w="0">
            <a:noFill/>
          </a:ln>
        </p:spPr>
        <p:txBody>
          <a:bodyPr lIns="91440" rIns="91440" tIns="91440" bIns="91440" anchor="ctr">
            <a:normAutofit/>
          </a:bodyPr>
          <a:lstStyle>
            <a:lvl1pPr indent="0" algn="r">
              <a:lnSpc>
                <a:spcPct val="100000"/>
              </a:lnSpc>
              <a:buNone/>
              <a:tabLst>
                <a:tab algn="l" pos="0"/>
              </a:tabLst>
              <a:defRPr b="0" lang="es" sz="1000" spc="-1" strike="noStrike">
                <a:solidFill>
                  <a:schemeClr val="dk2"/>
                </a:solidFill>
                <a:latin typeface="Roboto"/>
                <a:ea typeface="Roboto"/>
              </a:defRPr>
            </a:lvl1pPr>
          </a:lstStyle>
          <a:p>
            <a:pPr indent="0" algn="r">
              <a:lnSpc>
                <a:spcPct val="100000"/>
              </a:lnSpc>
              <a:buNone/>
              <a:tabLst>
                <a:tab algn="l" pos="0"/>
              </a:tabLst>
            </a:pPr>
            <a:fld id="{38DA5A64-8749-4031-9580-2068E6F26905}" type="slidenum">
              <a:rPr b="0" lang="es" sz="1000" spc="-1" strike="noStrike">
                <a:solidFill>
                  <a:schemeClr val="dk2"/>
                </a:solidFill>
                <a:latin typeface="Roboto"/>
                <a:ea typeface="Roboto"/>
              </a:rPr>
              <a:t>&lt;number&gt;</a:t>
            </a:fld>
            <a:endParaRPr b="0" lang="en-US"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9"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5.xml"/>
</Relationships>
</file>

<file path=ppt/slides/_rels/slide3.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2.png"/><Relationship Id="rId3" Type="http://schemas.openxmlformats.org/officeDocument/2006/relationships/slideLayout" Target="../slideLayouts/slideLayout5.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5.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7.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5.png"/><Relationship Id="rId3" Type="http://schemas.openxmlformats.org/officeDocument/2006/relationships/slideLayout" Target="../slideLayouts/slideLayout5.xml"/>
</Relationships>
</file>

<file path=ppt/slides/_rels/slide8.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7.png"/><Relationship Id="rId3" Type="http://schemas.openxmlformats.org/officeDocument/2006/relationships/slideLayout" Target="../slideLayouts/slideLayout5.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1.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slideLayout" Target="../slideLayouts/slideLayout5.xml"/>
</Relationships>
</file>

<file path=ppt/slides/_rels/slide12.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5.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4.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5.xml"/>
</Relationships>
</file>

<file path=ppt/slides/_rels/slide15.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8.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image" Target="../media/image15.png"/><Relationship Id="rId3" Type="http://schemas.openxmlformats.org/officeDocument/2006/relationships/slideLayout" Target="../slideLayouts/slideLayout5.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 name="PlaceHolder 1"/>
          <p:cNvSpPr>
            <a:spLocks noGrp="1"/>
          </p:cNvSpPr>
          <p:nvPr>
            <p:ph type="title"/>
          </p:nvPr>
        </p:nvSpPr>
        <p:spPr>
          <a:xfrm>
            <a:off x="597960" y="1775160"/>
            <a:ext cx="8221680" cy="838440"/>
          </a:xfrm>
          <a:prstGeom prst="rect">
            <a:avLst/>
          </a:prstGeom>
          <a:noFill/>
          <a:ln w="0">
            <a:noFill/>
          </a:ln>
        </p:spPr>
        <p:txBody>
          <a:bodyPr lIns="91440" rIns="91440" tIns="91440" bIns="91440" anchor="b">
            <a:normAutofit/>
          </a:bodyPr>
          <a:p>
            <a:pPr indent="0">
              <a:lnSpc>
                <a:spcPct val="100000"/>
              </a:lnSpc>
              <a:buNone/>
              <a:tabLst>
                <a:tab algn="l" pos="0"/>
              </a:tabLst>
            </a:pPr>
            <a:r>
              <a:rPr b="0" lang="es" sz="4200" spc="-1" strike="noStrike">
                <a:solidFill>
                  <a:schemeClr val="lt1"/>
                </a:solidFill>
                <a:latin typeface="Roboto"/>
                <a:ea typeface="Roboto"/>
              </a:rPr>
              <a:t>Tarea 3 IA</a:t>
            </a:r>
            <a:endParaRPr b="0" lang="en-US" sz="4200" spc="-1" strike="noStrike">
              <a:solidFill>
                <a:srgbClr val="000000"/>
              </a:solidFill>
              <a:latin typeface="Arial"/>
            </a:endParaRPr>
          </a:p>
        </p:txBody>
      </p:sp>
      <p:sp>
        <p:nvSpPr>
          <p:cNvPr id="69" name="PlaceHolder 2"/>
          <p:cNvSpPr>
            <a:spLocks noGrp="1"/>
          </p:cNvSpPr>
          <p:nvPr>
            <p:ph type="subTitle"/>
          </p:nvPr>
        </p:nvSpPr>
        <p:spPr>
          <a:xfrm>
            <a:off x="597960" y="2715840"/>
            <a:ext cx="8221680" cy="432720"/>
          </a:xfrm>
          <a:prstGeom prst="rect">
            <a:avLst/>
          </a:prstGeom>
          <a:noFill/>
          <a:ln w="0">
            <a:noFill/>
          </a:ln>
        </p:spPr>
        <p:txBody>
          <a:bodyPr lIns="91440" rIns="91440" tIns="91440" bIns="91440" anchor="t">
            <a:normAutofit fontScale="80458"/>
          </a:bodyPr>
          <a:p>
            <a:pPr indent="0">
              <a:lnSpc>
                <a:spcPct val="100000"/>
              </a:lnSpc>
              <a:buNone/>
              <a:tabLst>
                <a:tab algn="l" pos="0"/>
              </a:tabLst>
            </a:pPr>
            <a:r>
              <a:rPr b="0" lang="es" sz="2100" spc="-1" strike="noStrike">
                <a:solidFill>
                  <a:schemeClr val="lt1"/>
                </a:solidFill>
                <a:latin typeface="Roboto"/>
                <a:ea typeface="Roboto"/>
              </a:rPr>
              <a:t>Bruno Figueroa</a:t>
            </a:r>
            <a:endParaRPr b="0" lang="en-US" sz="2100" spc="-1" strike="noStrike">
              <a:solidFill>
                <a:srgbClr val="ffffff"/>
              </a:solidFill>
              <a:latin typeface="Arial"/>
            </a:endParaRPr>
          </a:p>
        </p:txBody>
      </p:sp>
    </p:spTree>
  </p:cSld>
  <mc:AlternateContent>
    <mc:Choice Requires="p14">
      <p:transition p14:dur="100"/>
    </mc:Choice>
    <mc:Fallback>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 name="PlaceHolder 1"/>
          <p:cNvSpPr>
            <a:spLocks noGrp="1"/>
          </p:cNvSpPr>
          <p:nvPr>
            <p:ph type="title"/>
          </p:nvPr>
        </p:nvSpPr>
        <p:spPr>
          <a:xfrm>
            <a:off x="311760" y="410040"/>
            <a:ext cx="8520120" cy="607320"/>
          </a:xfrm>
          <a:prstGeom prst="rect">
            <a:avLst/>
          </a:prstGeom>
          <a:noFill/>
          <a:ln w="0">
            <a:noFill/>
          </a:ln>
        </p:spPr>
        <p:txBody>
          <a:bodyPr lIns="91440" rIns="91440" tIns="91440" bIns="91440" anchor="t">
            <a:normAutofit fontScale="96363"/>
          </a:bodyPr>
          <a:p>
            <a:pPr indent="0">
              <a:lnSpc>
                <a:spcPct val="100000"/>
              </a:lnSpc>
              <a:buNone/>
              <a:tabLst>
                <a:tab algn="l" pos="0"/>
              </a:tabLst>
            </a:pPr>
            <a:r>
              <a:rPr b="0" lang="es" sz="3000" spc="-1" strike="noStrike">
                <a:solidFill>
                  <a:schemeClr val="dk1"/>
                </a:solidFill>
                <a:latin typeface="Roboto"/>
                <a:ea typeface="Roboto"/>
              </a:rPr>
              <a:t>Enunciado</a:t>
            </a:r>
            <a:endParaRPr b="0" lang="en-US" sz="3000" spc="-1" strike="noStrike">
              <a:solidFill>
                <a:srgbClr val="000000"/>
              </a:solidFill>
              <a:latin typeface="Arial"/>
            </a:endParaRPr>
          </a:p>
        </p:txBody>
      </p:sp>
      <p:sp>
        <p:nvSpPr>
          <p:cNvPr id="71" name="PlaceHolder 2"/>
          <p:cNvSpPr>
            <a:spLocks noGrp="1"/>
          </p:cNvSpPr>
          <p:nvPr>
            <p:ph/>
          </p:nvPr>
        </p:nvSpPr>
        <p:spPr>
          <a:xfrm>
            <a:off x="429480" y="1017720"/>
            <a:ext cx="8520120" cy="3505320"/>
          </a:xfrm>
          <a:prstGeom prst="rect">
            <a:avLst/>
          </a:prstGeom>
          <a:noFill/>
          <a:ln w="0">
            <a:noFill/>
          </a:ln>
        </p:spPr>
        <p:txBody>
          <a:bodyPr lIns="91440" rIns="91440" tIns="91440" bIns="91440" anchor="t">
            <a:normAutofit/>
          </a:bodyPr>
          <a:p>
            <a:pPr indent="0">
              <a:lnSpc>
                <a:spcPct val="95000"/>
              </a:lnSpc>
              <a:spcAft>
                <a:spcPts val="1199"/>
              </a:spcAft>
              <a:buNone/>
              <a:tabLst>
                <a:tab algn="l" pos="0"/>
              </a:tabLst>
            </a:pPr>
            <a:r>
              <a:rPr b="0" lang="es" sz="1300" spc="-1" strike="noStrike">
                <a:solidFill>
                  <a:schemeClr val="dk2"/>
                </a:solidFill>
                <a:latin typeface="Roboto"/>
                <a:ea typeface="Roboto"/>
              </a:rPr>
              <a:t>En esta tarea trabajará con redes neuronales, más específicamente con redes </a:t>
            </a:r>
            <a:r>
              <a:rPr b="0" lang="es" sz="1300" spc="-1" strike="noStrike">
                <a:solidFill>
                  <a:schemeClr val="dk2"/>
                </a:solidFill>
                <a:latin typeface="Roboto"/>
                <a:ea typeface="Roboto"/>
              </a:rPr>
              <a:t>convolucionales (CNNs). El objetivo será usar este tipo de redes para la tarea de </a:t>
            </a:r>
            <a:r>
              <a:rPr b="0" lang="es" sz="1300" spc="-1" strike="noStrike">
                <a:solidFill>
                  <a:schemeClr val="dk2"/>
                </a:solidFill>
                <a:latin typeface="Roboto"/>
                <a:ea typeface="Roboto"/>
              </a:rPr>
              <a:t>clasificación. Usted contará con un dataset, con sus etiquetas respectivas, las </a:t>
            </a:r>
            <a:r>
              <a:rPr b="0" lang="es" sz="1300" spc="-1" strike="noStrike">
                <a:solidFill>
                  <a:schemeClr val="dk2"/>
                </a:solidFill>
                <a:latin typeface="Roboto"/>
                <a:ea typeface="Roboto"/>
              </a:rPr>
              <a:t>cuales corresponden a lagos, residenciales, vegetación herbácea, bosques y </a:t>
            </a:r>
            <a:r>
              <a:rPr b="0" lang="es" sz="1300" spc="-1" strike="noStrike">
                <a:solidFill>
                  <a:schemeClr val="dk2"/>
                </a:solidFill>
                <a:latin typeface="Roboto"/>
                <a:ea typeface="Roboto"/>
              </a:rPr>
              <a:t>cultivos, cada una de tamaño 64x64. En base a estas imágenes se pide:</a:t>
            </a:r>
            <a:br>
              <a:rPr sz="1300"/>
            </a:br>
            <a:r>
              <a:rPr b="0" lang="es" sz="1300" spc="-1" strike="noStrike">
                <a:solidFill>
                  <a:schemeClr val="dk2"/>
                </a:solidFill>
                <a:latin typeface="Roboto"/>
                <a:ea typeface="Roboto"/>
              </a:rPr>
              <a:t>1. Organizar las imágenes en conjuntos disjuntos de entrenamiento, validación y </a:t>
            </a:r>
            <a:r>
              <a:rPr b="0" lang="es" sz="1300" spc="-1" strike="noStrike">
                <a:solidFill>
                  <a:schemeClr val="dk2"/>
                </a:solidFill>
                <a:latin typeface="Roboto"/>
                <a:ea typeface="Roboto"/>
              </a:rPr>
              <a:t>prueba. Luego diseñe y construya una arquitectura de CNN adecuada para las </a:t>
            </a:r>
            <a:r>
              <a:rPr b="0" lang="es" sz="1300" spc="-1" strike="noStrike">
                <a:solidFill>
                  <a:schemeClr val="dk2"/>
                </a:solidFill>
                <a:latin typeface="Roboto"/>
                <a:ea typeface="Roboto"/>
              </a:rPr>
              <a:t>imágenes, usando para ello capas convolucionales, capas de pooling y FCL (Fully </a:t>
            </a:r>
            <a:r>
              <a:rPr b="0" lang="es" sz="1300" spc="-1" strike="noStrike">
                <a:solidFill>
                  <a:schemeClr val="dk2"/>
                </a:solidFill>
                <a:latin typeface="Roboto"/>
                <a:ea typeface="Roboto"/>
              </a:rPr>
              <a:t>Connected Layer). Deberá justificar los hiperparámetros utilizados: número de </a:t>
            </a:r>
            <a:r>
              <a:rPr b="0" lang="es" sz="1300" spc="-1" strike="noStrike">
                <a:solidFill>
                  <a:schemeClr val="dk2"/>
                </a:solidFill>
                <a:latin typeface="Roboto"/>
                <a:ea typeface="Roboto"/>
              </a:rPr>
              <a:t>capas, filtros por bloque, kernel size, learning rate, batch size, epochs. Recuerde </a:t>
            </a:r>
            <a:r>
              <a:rPr b="0" lang="es" sz="1300" spc="-1" strike="noStrike">
                <a:solidFill>
                  <a:schemeClr val="dk2"/>
                </a:solidFill>
                <a:latin typeface="Roboto"/>
                <a:ea typeface="Roboto"/>
              </a:rPr>
              <a:t>que el ajuste de hiperparámetros es solo con el conjunto de validación.</a:t>
            </a:r>
            <a:br>
              <a:rPr sz="1300"/>
            </a:br>
            <a:r>
              <a:rPr b="0" lang="es" sz="1300" spc="-1" strike="noStrike">
                <a:solidFill>
                  <a:schemeClr val="dk2"/>
                </a:solidFill>
                <a:latin typeface="Roboto"/>
                <a:ea typeface="Roboto"/>
              </a:rPr>
              <a:t>2. Luego, investigue qué es dropout, explique brevemente cómo ayuda a reducir </a:t>
            </a:r>
            <a:r>
              <a:rPr b="0" lang="es" sz="1300" spc="-1" strike="noStrike">
                <a:solidFill>
                  <a:schemeClr val="dk2"/>
                </a:solidFill>
                <a:latin typeface="Roboto"/>
                <a:ea typeface="Roboto"/>
              </a:rPr>
              <a:t>el sobreajuste y añádalo a su arquitectura en capas apropiadas, justificando la(s) </a:t>
            </a:r>
            <a:r>
              <a:rPr b="0" lang="es" sz="1300" spc="-1" strike="noStrike">
                <a:solidFill>
                  <a:schemeClr val="dk2"/>
                </a:solidFill>
                <a:latin typeface="Roboto"/>
                <a:ea typeface="Roboto"/>
              </a:rPr>
              <a:t>tasa(s) seleccionada(s) y su ubicación.</a:t>
            </a:r>
            <a:br>
              <a:rPr sz="1300"/>
            </a:br>
            <a:r>
              <a:rPr b="0" lang="es" sz="1300" spc="-1" strike="noStrike">
                <a:solidFill>
                  <a:schemeClr val="dk2"/>
                </a:solidFill>
                <a:latin typeface="Roboto"/>
                <a:ea typeface="Roboto"/>
              </a:rPr>
              <a:t>3. Compare el desempeño de la arquitectura base frente a la arquitectura con </a:t>
            </a:r>
            <a:r>
              <a:rPr b="0" lang="es" sz="1300" spc="-1" strike="noStrike">
                <a:solidFill>
                  <a:schemeClr val="dk2"/>
                </a:solidFill>
                <a:latin typeface="Roboto"/>
                <a:ea typeface="Roboto"/>
              </a:rPr>
              <a:t>dropout. Para la comparación seleccione al menos dos métricas (justifique su </a:t>
            </a:r>
            <a:r>
              <a:rPr b="0" lang="es" sz="1300" spc="-1" strike="noStrike">
                <a:solidFill>
                  <a:schemeClr val="dk2"/>
                </a:solidFill>
                <a:latin typeface="Roboto"/>
                <a:ea typeface="Roboto"/>
              </a:rPr>
              <a:t>elección) que permitan una evaluación informativa, utilizando el conjunto de </a:t>
            </a:r>
            <a:r>
              <a:rPr b="0" lang="es" sz="1300" spc="-1" strike="noStrike">
                <a:solidFill>
                  <a:schemeClr val="dk2"/>
                </a:solidFill>
                <a:latin typeface="Roboto"/>
                <a:ea typeface="Roboto"/>
              </a:rPr>
              <a:t>prueba. Además, incluya las curvas de entrenamiento y validación, de loss y </a:t>
            </a:r>
            <a:r>
              <a:rPr b="0" lang="es" sz="1300" spc="-1" strike="noStrike">
                <a:solidFill>
                  <a:schemeClr val="dk2"/>
                </a:solidFill>
                <a:latin typeface="Roboto"/>
                <a:ea typeface="Roboto"/>
              </a:rPr>
              <a:t>accuracy por época. Presente ambas métricas con sus dos series (entrenamiento y </a:t>
            </a:r>
            <a:r>
              <a:rPr b="0" lang="es" sz="1300" spc="-1" strike="noStrike">
                <a:solidFill>
                  <a:schemeClr val="dk2"/>
                </a:solidFill>
                <a:latin typeface="Roboto"/>
                <a:ea typeface="Roboto"/>
              </a:rPr>
              <a:t>validación) e interprete brevemente lo observado.</a:t>
            </a:r>
            <a:endParaRPr b="0" lang="en-US" sz="1300" spc="-1" strike="noStrike">
              <a:solidFill>
                <a:srgbClr val="000000"/>
              </a:solidFill>
              <a:latin typeface="Arial"/>
            </a:endParaRPr>
          </a:p>
        </p:txBody>
      </p:sp>
      <p:pic>
        <p:nvPicPr>
          <p:cNvPr id="72" name="Google Shape;93;p14" descr=""/>
          <p:cNvPicPr/>
          <p:nvPr/>
        </p:nvPicPr>
        <p:blipFill>
          <a:blip r:embed="rId1"/>
          <a:stretch/>
        </p:blipFill>
        <p:spPr>
          <a:xfrm>
            <a:off x="7255440" y="3976920"/>
            <a:ext cx="805680" cy="805680"/>
          </a:xfrm>
          <a:prstGeom prst="rect">
            <a:avLst/>
          </a:prstGeom>
          <a:ln w="0">
            <a:noFill/>
          </a:ln>
        </p:spPr>
      </p:pic>
    </p:spTree>
  </p:cSld>
  <mc:AlternateContent>
    <mc:Choice Requires="p14">
      <p:transition spd="slow" p14:dur="2000">
        <p14:glitter dir="l" pattern="hexagon"/>
      </p:transition>
    </mc:Choice>
    <mc:Fallback>
      <p:transition spd="slow">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 name="PlaceHolder 1"/>
          <p:cNvSpPr>
            <a:spLocks noGrp="1"/>
          </p:cNvSpPr>
          <p:nvPr>
            <p:ph type="title"/>
          </p:nvPr>
        </p:nvSpPr>
        <p:spPr>
          <a:xfrm>
            <a:off x="311760" y="410040"/>
            <a:ext cx="8520120" cy="607320"/>
          </a:xfrm>
          <a:prstGeom prst="rect">
            <a:avLst/>
          </a:prstGeom>
          <a:noFill/>
          <a:ln w="0">
            <a:noFill/>
          </a:ln>
        </p:spPr>
        <p:txBody>
          <a:bodyPr lIns="91440" rIns="91440" tIns="91440" bIns="91440" anchor="t">
            <a:normAutofit fontScale="96363"/>
          </a:bodyPr>
          <a:p>
            <a:pPr indent="0">
              <a:lnSpc>
                <a:spcPct val="100000"/>
              </a:lnSpc>
              <a:buNone/>
              <a:tabLst>
                <a:tab algn="l" pos="0"/>
              </a:tabLst>
            </a:pPr>
            <a:r>
              <a:rPr b="0" lang="es" sz="3000" spc="-1" strike="noStrike">
                <a:solidFill>
                  <a:schemeClr val="dk1"/>
                </a:solidFill>
                <a:latin typeface="Roboto"/>
                <a:ea typeface="Roboto"/>
              </a:rPr>
              <a:t>Cargar y dividir dataset</a:t>
            </a:r>
            <a:endParaRPr b="0" lang="en-US" sz="3000" spc="-1" strike="noStrike">
              <a:solidFill>
                <a:srgbClr val="000000"/>
              </a:solidFill>
              <a:latin typeface="Arial"/>
            </a:endParaRPr>
          </a:p>
        </p:txBody>
      </p:sp>
      <p:sp>
        <p:nvSpPr>
          <p:cNvPr id="74" name="PlaceHolder 2"/>
          <p:cNvSpPr>
            <a:spLocks noGrp="1"/>
          </p:cNvSpPr>
          <p:nvPr>
            <p:ph/>
          </p:nvPr>
        </p:nvSpPr>
        <p:spPr>
          <a:xfrm>
            <a:off x="311760" y="1229760"/>
            <a:ext cx="4259880" cy="2672280"/>
          </a:xfrm>
          <a:prstGeom prst="rect">
            <a:avLst/>
          </a:prstGeom>
          <a:noFill/>
          <a:ln w="0">
            <a:noFill/>
          </a:ln>
        </p:spPr>
        <p:txBody>
          <a:bodyPr lIns="91440" rIns="91440" tIns="91440" bIns="91440" anchor="t">
            <a:normAutofit/>
          </a:bodyPr>
          <a:p>
            <a:pPr indent="0">
              <a:lnSpc>
                <a:spcPct val="115000"/>
              </a:lnSpc>
              <a:spcAft>
                <a:spcPts val="1199"/>
              </a:spcAft>
              <a:buNone/>
              <a:tabLst>
                <a:tab algn="l" pos="0"/>
              </a:tabLst>
            </a:pPr>
            <a:r>
              <a:rPr b="0" lang="es" sz="1800" spc="-1" strike="noStrike">
                <a:solidFill>
                  <a:schemeClr val="dk2"/>
                </a:solidFill>
                <a:latin typeface="Roboto"/>
                <a:ea typeface="Roboto"/>
              </a:rPr>
              <a:t>Se divide el dataset en 3 grupos.</a:t>
            </a:r>
            <a:br>
              <a:rPr sz="1800"/>
            </a:br>
            <a:r>
              <a:rPr b="0" lang="es" sz="1800" spc="-1" strike="noStrike">
                <a:solidFill>
                  <a:schemeClr val="dk2"/>
                </a:solidFill>
                <a:latin typeface="Roboto"/>
                <a:ea typeface="Roboto"/>
              </a:rPr>
              <a:t>Train para entrenamiento. (80%)</a:t>
            </a:r>
            <a:br>
              <a:rPr sz="1800"/>
            </a:br>
            <a:r>
              <a:rPr b="0" lang="es" sz="1800" spc="-1" strike="noStrike">
                <a:solidFill>
                  <a:schemeClr val="dk2"/>
                </a:solidFill>
                <a:latin typeface="Roboto"/>
                <a:ea typeface="Roboto"/>
              </a:rPr>
              <a:t>Val para validación. (20%)</a:t>
            </a:r>
            <a:br>
              <a:rPr sz="1800"/>
            </a:br>
            <a:r>
              <a:rPr b="0" lang="es" sz="1800" spc="-1" strike="noStrike">
                <a:solidFill>
                  <a:schemeClr val="dk2"/>
                </a:solidFill>
                <a:latin typeface="Roboto"/>
                <a:ea typeface="Roboto"/>
              </a:rPr>
              <a:t>Test para testing y comparación de modelos al final. (1500 imágenes separadas inicialmente)</a:t>
            </a:r>
            <a:endParaRPr b="0" lang="en-US" sz="1800" spc="-1" strike="noStrike">
              <a:solidFill>
                <a:srgbClr val="000000"/>
              </a:solidFill>
              <a:latin typeface="Arial"/>
            </a:endParaRPr>
          </a:p>
        </p:txBody>
      </p:sp>
      <p:pic>
        <p:nvPicPr>
          <p:cNvPr id="75" name="Google Shape;100;p15" descr=""/>
          <p:cNvPicPr/>
          <p:nvPr/>
        </p:nvPicPr>
        <p:blipFill>
          <a:blip r:embed="rId1"/>
          <a:srcRect l="0" t="0" r="0" b="9476"/>
          <a:stretch/>
        </p:blipFill>
        <p:spPr>
          <a:xfrm>
            <a:off x="4911480" y="110160"/>
            <a:ext cx="3201840" cy="4655880"/>
          </a:xfrm>
          <a:prstGeom prst="rect">
            <a:avLst/>
          </a:prstGeom>
          <a:ln w="0">
            <a:noFill/>
          </a:ln>
        </p:spPr>
      </p:pic>
      <p:pic>
        <p:nvPicPr>
          <p:cNvPr id="76" name="Google Shape;101;p15" descr=""/>
          <p:cNvPicPr/>
          <p:nvPr/>
        </p:nvPicPr>
        <p:blipFill>
          <a:blip r:embed="rId2"/>
          <a:srcRect l="0" t="90638" r="0" b="0"/>
          <a:stretch/>
        </p:blipFill>
        <p:spPr>
          <a:xfrm>
            <a:off x="219240" y="3571920"/>
            <a:ext cx="4624200" cy="694080"/>
          </a:xfrm>
          <a:prstGeom prst="rect">
            <a:avLst/>
          </a:prstGeom>
          <a:ln w="0">
            <a:noFill/>
          </a:ln>
        </p:spPr>
      </p:pic>
    </p:spTree>
  </p:cSld>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 name="PlaceHolder 1"/>
          <p:cNvSpPr>
            <a:spLocks noGrp="1"/>
          </p:cNvSpPr>
          <p:nvPr>
            <p:ph type="title"/>
          </p:nvPr>
        </p:nvSpPr>
        <p:spPr>
          <a:xfrm>
            <a:off x="311760" y="410040"/>
            <a:ext cx="8520120" cy="607320"/>
          </a:xfrm>
          <a:prstGeom prst="rect">
            <a:avLst/>
          </a:prstGeom>
          <a:noFill/>
          <a:ln w="0">
            <a:noFill/>
          </a:ln>
        </p:spPr>
        <p:txBody>
          <a:bodyPr lIns="91440" rIns="91440" tIns="91440" bIns="91440" anchor="t">
            <a:normAutofit fontScale="96363"/>
          </a:bodyPr>
          <a:p>
            <a:pPr indent="0">
              <a:lnSpc>
                <a:spcPct val="100000"/>
              </a:lnSpc>
              <a:buNone/>
              <a:tabLst>
                <a:tab algn="l" pos="0"/>
              </a:tabLst>
            </a:pPr>
            <a:r>
              <a:rPr b="0" lang="es" sz="3000" spc="-1" strike="noStrike">
                <a:solidFill>
                  <a:schemeClr val="dk1"/>
                </a:solidFill>
                <a:latin typeface="Roboto"/>
                <a:ea typeface="Roboto"/>
              </a:rPr>
              <a:t>Definir una CNN</a:t>
            </a:r>
            <a:endParaRPr b="0" lang="en-US" sz="3000" spc="-1" strike="noStrike">
              <a:solidFill>
                <a:srgbClr val="000000"/>
              </a:solidFill>
              <a:latin typeface="Arial"/>
            </a:endParaRPr>
          </a:p>
        </p:txBody>
      </p:sp>
      <p:sp>
        <p:nvSpPr>
          <p:cNvPr id="78" name="PlaceHolder 2"/>
          <p:cNvSpPr>
            <a:spLocks noGrp="1"/>
          </p:cNvSpPr>
          <p:nvPr>
            <p:ph/>
          </p:nvPr>
        </p:nvSpPr>
        <p:spPr>
          <a:xfrm>
            <a:off x="311760" y="1229760"/>
            <a:ext cx="8520120" cy="3196800"/>
          </a:xfrm>
          <a:prstGeom prst="rect">
            <a:avLst/>
          </a:prstGeom>
          <a:noFill/>
          <a:ln w="0">
            <a:noFill/>
          </a:ln>
        </p:spPr>
        <p:txBody>
          <a:bodyPr lIns="91440" rIns="91440" tIns="91440" bIns="91440" anchor="t">
            <a:normAutofit/>
          </a:bodyPr>
          <a:p>
            <a:pPr indent="0">
              <a:lnSpc>
                <a:spcPct val="115000"/>
              </a:lnSpc>
              <a:buNone/>
              <a:tabLst>
                <a:tab algn="l" pos="0"/>
              </a:tabLst>
            </a:pPr>
            <a:r>
              <a:rPr b="0" lang="es" sz="1800" spc="-1" strike="noStrike">
                <a:solidFill>
                  <a:schemeClr val="dk2"/>
                </a:solidFill>
                <a:latin typeface="Roboto"/>
                <a:ea typeface="Roboto"/>
              </a:rPr>
              <a:t>Se utilizaron 3 bloques convolucionales, cada uno con filtros de mayor tamaño, esto permite capturar patrones simples en las primeras capas, y patrones más complejos en las últimas.</a:t>
            </a:r>
            <a:endParaRPr b="0" lang="en-US" sz="1800" spc="-1" strike="noStrike">
              <a:solidFill>
                <a:srgbClr val="000000"/>
              </a:solidFill>
              <a:latin typeface="Arial"/>
            </a:endParaRPr>
          </a:p>
          <a:p>
            <a:pPr indent="0">
              <a:lnSpc>
                <a:spcPct val="115000"/>
              </a:lnSpc>
              <a:spcBef>
                <a:spcPts val="1199"/>
              </a:spcBef>
              <a:buNone/>
              <a:tabLst>
                <a:tab algn="l" pos="0"/>
              </a:tabLst>
            </a:pPr>
            <a:r>
              <a:rPr b="0" lang="es" sz="1800" spc="-1" strike="noStrike">
                <a:solidFill>
                  <a:schemeClr val="dk2"/>
                </a:solidFill>
                <a:latin typeface="Roboto"/>
                <a:ea typeface="Roboto"/>
              </a:rPr>
              <a:t>Se utilizaron 32, 64 y 128 filtros, siguiendo el patrón estándar de duplicar la cantidad por cada operación de pooling.</a:t>
            </a:r>
            <a:endParaRPr b="0" lang="en-US" sz="1800" spc="-1" strike="noStrike">
              <a:solidFill>
                <a:srgbClr val="000000"/>
              </a:solidFill>
              <a:latin typeface="Arial"/>
            </a:endParaRPr>
          </a:p>
          <a:p>
            <a:pPr indent="0">
              <a:lnSpc>
                <a:spcPct val="115000"/>
              </a:lnSpc>
              <a:spcBef>
                <a:spcPts val="1199"/>
              </a:spcBef>
              <a:spcAft>
                <a:spcPts val="1199"/>
              </a:spcAft>
              <a:buNone/>
              <a:tabLst>
                <a:tab algn="l" pos="0"/>
              </a:tabLst>
            </a:pPr>
            <a:r>
              <a:rPr b="0" lang="es" sz="1800" spc="-1" strike="noStrike">
                <a:solidFill>
                  <a:schemeClr val="dk2"/>
                </a:solidFill>
                <a:latin typeface="Roboto"/>
                <a:ea typeface="Roboto"/>
              </a:rPr>
              <a:t>Se utilizó ReLU para limitar el coste computacional, reduciendo neuronas innecesarias, además de funcionar como un estabilizador para el entrenamiento.</a:t>
            </a:r>
            <a:endParaRPr b="0" lang="en-US" sz="1800" spc="-1" strike="noStrike">
              <a:solidFill>
                <a:srgbClr val="000000"/>
              </a:solidFill>
              <a:latin typeface="Arial"/>
            </a:endParaRPr>
          </a:p>
        </p:txBody>
      </p:sp>
    </p:spTree>
  </p:cSld>
  <mc:AlternateContent>
    <mc:Choice Requires="p14">
      <p:transition spd="slow" p14:dur="2000">
        <p15:prstTrans prst="fallOver"/>
      </p:transition>
    </mc:Choice>
    <mc:Fallback>
      <p:transition spd="slow">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79" name="Google Shape;112;p17" descr=""/>
          <p:cNvPicPr/>
          <p:nvPr/>
        </p:nvPicPr>
        <p:blipFill>
          <a:blip r:embed="rId1"/>
          <a:stretch/>
        </p:blipFill>
        <p:spPr>
          <a:xfrm>
            <a:off x="1795320" y="291600"/>
            <a:ext cx="5552640" cy="4076280"/>
          </a:xfrm>
          <a:prstGeom prst="rect">
            <a:avLst/>
          </a:prstGeom>
          <a:ln w="0">
            <a:noFill/>
          </a:ln>
        </p:spPr>
      </p:pic>
    </p:spTree>
  </p:cSld>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 name="PlaceHolder 1"/>
          <p:cNvSpPr>
            <a:spLocks noGrp="1"/>
          </p:cNvSpPr>
          <p:nvPr>
            <p:ph type="title"/>
          </p:nvPr>
        </p:nvSpPr>
        <p:spPr>
          <a:xfrm>
            <a:off x="311760" y="410040"/>
            <a:ext cx="8520120" cy="607320"/>
          </a:xfrm>
          <a:prstGeom prst="rect">
            <a:avLst/>
          </a:prstGeom>
          <a:noFill/>
          <a:ln w="0">
            <a:noFill/>
          </a:ln>
        </p:spPr>
        <p:txBody>
          <a:bodyPr lIns="91440" rIns="91440" tIns="91440" bIns="91440" anchor="t">
            <a:normAutofit fontScale="96363"/>
          </a:bodyPr>
          <a:p>
            <a:pPr indent="0">
              <a:lnSpc>
                <a:spcPct val="100000"/>
              </a:lnSpc>
              <a:buNone/>
              <a:tabLst>
                <a:tab algn="l" pos="0"/>
              </a:tabLst>
            </a:pPr>
            <a:r>
              <a:rPr b="0" lang="es" sz="3000" spc="-1" strike="noStrike">
                <a:solidFill>
                  <a:schemeClr val="dk1"/>
                </a:solidFill>
                <a:latin typeface="Roboto"/>
                <a:ea typeface="Roboto"/>
              </a:rPr>
              <a:t>Compilación del modelo</a:t>
            </a:r>
            <a:endParaRPr b="0" lang="en-US" sz="3000" spc="-1" strike="noStrike">
              <a:solidFill>
                <a:srgbClr val="000000"/>
              </a:solidFill>
              <a:latin typeface="Arial"/>
            </a:endParaRPr>
          </a:p>
        </p:txBody>
      </p:sp>
      <p:sp>
        <p:nvSpPr>
          <p:cNvPr id="81" name="PlaceHolder 2"/>
          <p:cNvSpPr>
            <a:spLocks noGrp="1"/>
          </p:cNvSpPr>
          <p:nvPr>
            <p:ph/>
          </p:nvPr>
        </p:nvSpPr>
        <p:spPr>
          <a:xfrm>
            <a:off x="311760" y="1229760"/>
            <a:ext cx="8520120" cy="2222280"/>
          </a:xfrm>
          <a:prstGeom prst="rect">
            <a:avLst/>
          </a:prstGeom>
          <a:noFill/>
          <a:ln w="0">
            <a:noFill/>
          </a:ln>
        </p:spPr>
        <p:txBody>
          <a:bodyPr lIns="91440" rIns="91440" tIns="91440" bIns="91440" anchor="t">
            <a:normAutofit/>
          </a:bodyPr>
          <a:p>
            <a:pPr indent="0">
              <a:lnSpc>
                <a:spcPct val="115000"/>
              </a:lnSpc>
              <a:buNone/>
              <a:tabLst>
                <a:tab algn="l" pos="0"/>
              </a:tabLst>
            </a:pPr>
            <a:r>
              <a:rPr b="0" lang="es" sz="1800" spc="-1" strike="noStrike">
                <a:solidFill>
                  <a:schemeClr val="dk2"/>
                </a:solidFill>
                <a:latin typeface="Roboto"/>
                <a:ea typeface="Roboto"/>
              </a:rPr>
              <a:t>Se utilizó un learning rate de 0.001 (Adam), dado a que es un valor estándar en tareas de clasificación CNN, valores mayores pueden crear inestabilidad, y valores menores pueden causar una demora en la convergencia.</a:t>
            </a:r>
            <a:endParaRPr b="0" lang="en-US" sz="1800" spc="-1" strike="noStrike">
              <a:solidFill>
                <a:srgbClr val="000000"/>
              </a:solidFill>
              <a:latin typeface="Arial"/>
            </a:endParaRPr>
          </a:p>
          <a:p>
            <a:pPr indent="0">
              <a:lnSpc>
                <a:spcPct val="115000"/>
              </a:lnSpc>
              <a:spcBef>
                <a:spcPts val="1199"/>
              </a:spcBef>
              <a:spcAft>
                <a:spcPts val="1199"/>
              </a:spcAft>
              <a:buNone/>
              <a:tabLst>
                <a:tab algn="l" pos="0"/>
              </a:tabLst>
            </a:pPr>
            <a:r>
              <a:rPr b="0" lang="es" sz="1800" spc="-1" strike="noStrike">
                <a:solidFill>
                  <a:schemeClr val="dk2"/>
                </a:solidFill>
                <a:latin typeface="Roboto"/>
                <a:ea typeface="Roboto"/>
              </a:rPr>
              <a:t>Se utilizó accuracy como métrica para medir el aprendizaje, esto es estándar en modelos basicos de clasificacion CNN.</a:t>
            </a:r>
            <a:endParaRPr b="0" lang="en-US" sz="1800" spc="-1" strike="noStrike">
              <a:solidFill>
                <a:srgbClr val="000000"/>
              </a:solidFill>
              <a:latin typeface="Arial"/>
            </a:endParaRPr>
          </a:p>
        </p:txBody>
      </p:sp>
    </p:spTree>
  </p:cSld>
  <mc:AlternateContent>
    <mc:Choice Requires="p14">
      <p:transition spd="med">
        <p14:honeycomb/>
      </p:transition>
    </mc:Choice>
    <mc:Fallback>
      <p:transition spd="med">
        <p:fade/>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2" name="Google Shape;123;p19" descr=""/>
          <p:cNvPicPr/>
          <p:nvPr/>
        </p:nvPicPr>
        <p:blipFill>
          <a:blip r:embed="rId1"/>
          <a:stretch/>
        </p:blipFill>
        <p:spPr>
          <a:xfrm>
            <a:off x="4124880" y="1264680"/>
            <a:ext cx="4847760" cy="2161800"/>
          </a:xfrm>
          <a:prstGeom prst="rect">
            <a:avLst/>
          </a:prstGeom>
          <a:ln w="0">
            <a:noFill/>
          </a:ln>
        </p:spPr>
      </p:pic>
      <p:pic>
        <p:nvPicPr>
          <p:cNvPr id="83" name="Google Shape;124;p19" descr=""/>
          <p:cNvPicPr/>
          <p:nvPr/>
        </p:nvPicPr>
        <p:blipFill>
          <a:blip r:embed="rId2"/>
          <a:stretch/>
        </p:blipFill>
        <p:spPr>
          <a:xfrm>
            <a:off x="304920" y="559440"/>
            <a:ext cx="3819600" cy="3573000"/>
          </a:xfrm>
          <a:prstGeom prst="rect">
            <a:avLst/>
          </a:prstGeom>
          <a:ln w="0">
            <a:noFill/>
          </a:ln>
        </p:spPr>
      </p:pic>
    </p:spTree>
  </p:cSld>
  <p:transition spd="med">
    <p:newsflash/>
  </p:transition>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 name="PlaceHolder 1"/>
          <p:cNvSpPr>
            <a:spLocks noGrp="1"/>
          </p:cNvSpPr>
          <p:nvPr>
            <p:ph type="title"/>
          </p:nvPr>
        </p:nvSpPr>
        <p:spPr>
          <a:xfrm>
            <a:off x="311760" y="410040"/>
            <a:ext cx="8520120" cy="607320"/>
          </a:xfrm>
          <a:prstGeom prst="rect">
            <a:avLst/>
          </a:prstGeom>
          <a:noFill/>
          <a:ln w="0">
            <a:noFill/>
          </a:ln>
        </p:spPr>
        <p:txBody>
          <a:bodyPr lIns="91440" rIns="91440" tIns="91440" bIns="91440" anchor="t">
            <a:normAutofit fontScale="96363"/>
          </a:bodyPr>
          <a:p>
            <a:pPr indent="0">
              <a:lnSpc>
                <a:spcPct val="100000"/>
              </a:lnSpc>
              <a:buNone/>
              <a:tabLst>
                <a:tab algn="l" pos="0"/>
              </a:tabLst>
            </a:pPr>
            <a:r>
              <a:rPr b="0" lang="es" sz="3000" spc="-1" strike="noStrike">
                <a:solidFill>
                  <a:schemeClr val="dk1"/>
                </a:solidFill>
                <a:latin typeface="Roboto"/>
                <a:ea typeface="Roboto"/>
              </a:rPr>
              <a:t>Entrenamiento</a:t>
            </a:r>
            <a:endParaRPr b="0" lang="en-US" sz="3000" spc="-1" strike="noStrike">
              <a:solidFill>
                <a:srgbClr val="000000"/>
              </a:solidFill>
              <a:latin typeface="Arial"/>
            </a:endParaRPr>
          </a:p>
        </p:txBody>
      </p:sp>
      <p:sp>
        <p:nvSpPr>
          <p:cNvPr id="85" name="PlaceHolder 2"/>
          <p:cNvSpPr>
            <a:spLocks noGrp="1"/>
          </p:cNvSpPr>
          <p:nvPr>
            <p:ph/>
          </p:nvPr>
        </p:nvSpPr>
        <p:spPr>
          <a:xfrm>
            <a:off x="311760" y="1229760"/>
            <a:ext cx="8520120" cy="3338640"/>
          </a:xfrm>
          <a:prstGeom prst="rect">
            <a:avLst/>
          </a:prstGeom>
          <a:noFill/>
          <a:ln w="0">
            <a:noFill/>
          </a:ln>
        </p:spPr>
        <p:txBody>
          <a:bodyPr lIns="91440" rIns="91440" tIns="91440" bIns="91440" anchor="t">
            <a:normAutofit/>
          </a:bodyPr>
          <a:p>
            <a:pPr indent="0">
              <a:lnSpc>
                <a:spcPct val="115000"/>
              </a:lnSpc>
              <a:spcAft>
                <a:spcPts val="1199"/>
              </a:spcAft>
              <a:buNone/>
              <a:tabLst>
                <a:tab algn="l" pos="0"/>
              </a:tabLst>
            </a:pPr>
            <a:r>
              <a:rPr b="0" lang="es" sz="1800" spc="-1" strike="noStrike">
                <a:solidFill>
                  <a:schemeClr val="dk2"/>
                </a:solidFill>
                <a:latin typeface="Roboto"/>
                <a:ea typeface="Roboto"/>
              </a:rPr>
              <a:t>Se utilizaron 25 épocas, este valor se obtuvo por tanteo, dado a que con 10, las curvas aún seguían mejorando, por lo que se necesitaba extender el proceso, y luego con 50, se podía observar el sobreajuste mucho antes de que se terminara el proceso, por lo que era innecesariamente largo.</a:t>
            </a:r>
            <a:endParaRPr b="0" lang="en-US" sz="1800" spc="-1" strike="noStrike">
              <a:solidFill>
                <a:srgbClr val="000000"/>
              </a:solidFill>
              <a:latin typeface="Arial"/>
            </a:endParaRPr>
          </a:p>
        </p:txBody>
      </p:sp>
      <p:pic>
        <p:nvPicPr>
          <p:cNvPr id="86" name="Google Shape;131;p20" descr=""/>
          <p:cNvPicPr/>
          <p:nvPr/>
        </p:nvPicPr>
        <p:blipFill>
          <a:blip r:embed="rId1"/>
          <a:srcRect l="0" t="0" r="66606" b="0"/>
          <a:stretch/>
        </p:blipFill>
        <p:spPr>
          <a:xfrm>
            <a:off x="311760" y="2730960"/>
            <a:ext cx="3000240" cy="2004480"/>
          </a:xfrm>
          <a:prstGeom prst="rect">
            <a:avLst/>
          </a:prstGeom>
          <a:ln w="0">
            <a:noFill/>
          </a:ln>
        </p:spPr>
      </p:pic>
      <p:pic>
        <p:nvPicPr>
          <p:cNvPr id="87" name="Google Shape;132;p20" descr=""/>
          <p:cNvPicPr/>
          <p:nvPr/>
        </p:nvPicPr>
        <p:blipFill>
          <a:blip r:embed="rId2"/>
          <a:srcRect l="0" t="0" r="0" b="67616"/>
          <a:stretch/>
        </p:blipFill>
        <p:spPr>
          <a:xfrm>
            <a:off x="3522960" y="2950200"/>
            <a:ext cx="5308920" cy="1566360"/>
          </a:xfrm>
          <a:prstGeom prst="rect">
            <a:avLst/>
          </a:prstGeom>
          <a:ln w="0">
            <a:noFill/>
          </a:ln>
        </p:spPr>
      </p:pic>
    </p:spTree>
  </p:cSld>
  <p:transition spd="med">
    <p:strips dir="ld"/>
  </p:transition>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 name="PlaceHolder 1"/>
          <p:cNvSpPr>
            <a:spLocks noGrp="1"/>
          </p:cNvSpPr>
          <p:nvPr>
            <p:ph type="title"/>
          </p:nvPr>
        </p:nvSpPr>
        <p:spPr>
          <a:xfrm>
            <a:off x="311760" y="410040"/>
            <a:ext cx="8520120" cy="607320"/>
          </a:xfrm>
          <a:prstGeom prst="rect">
            <a:avLst/>
          </a:prstGeom>
          <a:noFill/>
          <a:ln w="0">
            <a:noFill/>
          </a:ln>
        </p:spPr>
        <p:txBody>
          <a:bodyPr lIns="91440" rIns="91440" tIns="91440" bIns="91440" anchor="t">
            <a:normAutofit fontScale="96363"/>
          </a:bodyPr>
          <a:p>
            <a:pPr indent="0">
              <a:lnSpc>
                <a:spcPct val="100000"/>
              </a:lnSpc>
              <a:buNone/>
              <a:tabLst>
                <a:tab algn="l" pos="0"/>
              </a:tabLst>
            </a:pPr>
            <a:r>
              <a:rPr b="0" lang="es" sz="3000" spc="-1" strike="noStrike">
                <a:solidFill>
                  <a:schemeClr val="dk1"/>
                </a:solidFill>
                <a:latin typeface="Roboto"/>
                <a:ea typeface="Roboto"/>
              </a:rPr>
              <a:t>Explicación dropout</a:t>
            </a:r>
            <a:endParaRPr b="0" lang="en-US" sz="3000" spc="-1" strike="noStrike">
              <a:solidFill>
                <a:srgbClr val="000000"/>
              </a:solidFill>
              <a:latin typeface="Arial"/>
            </a:endParaRPr>
          </a:p>
        </p:txBody>
      </p:sp>
      <p:sp>
        <p:nvSpPr>
          <p:cNvPr id="89" name="PlaceHolder 2"/>
          <p:cNvSpPr>
            <a:spLocks noGrp="1"/>
          </p:cNvSpPr>
          <p:nvPr>
            <p:ph/>
          </p:nvPr>
        </p:nvSpPr>
        <p:spPr>
          <a:xfrm>
            <a:off x="311760" y="1017720"/>
            <a:ext cx="8520120" cy="3338640"/>
          </a:xfrm>
          <a:prstGeom prst="rect">
            <a:avLst/>
          </a:prstGeom>
          <a:noFill/>
          <a:ln w="0">
            <a:noFill/>
          </a:ln>
        </p:spPr>
        <p:txBody>
          <a:bodyPr lIns="91440" rIns="91440" tIns="91440" bIns="91440" anchor="t">
            <a:normAutofit fontScale="87222"/>
          </a:bodyPr>
          <a:p>
            <a:pPr indent="0">
              <a:lnSpc>
                <a:spcPct val="115000"/>
              </a:lnSpc>
              <a:buNone/>
              <a:tabLst>
                <a:tab algn="l" pos="0"/>
              </a:tabLst>
            </a:pPr>
            <a:r>
              <a:rPr b="0" lang="es" sz="1800" spc="-1" strike="noStrike">
                <a:solidFill>
                  <a:schemeClr val="dk2"/>
                </a:solidFill>
                <a:latin typeface="Roboto"/>
                <a:ea typeface="Roboto"/>
              </a:rPr>
              <a:t>Dropout es una técnica de regularización que consiste en desactivar aleatoriamente un porcentaje de neuronas durante el entrenamiento.</a:t>
            </a:r>
            <a:endParaRPr b="0" lang="en-US" sz="1800" spc="-1" strike="noStrike">
              <a:solidFill>
                <a:srgbClr val="000000"/>
              </a:solidFill>
              <a:latin typeface="Arial"/>
            </a:endParaRPr>
          </a:p>
          <a:p>
            <a:pPr indent="0">
              <a:lnSpc>
                <a:spcPct val="115000"/>
              </a:lnSpc>
              <a:spcBef>
                <a:spcPts val="1199"/>
              </a:spcBef>
              <a:buNone/>
              <a:tabLst>
                <a:tab algn="l" pos="0"/>
              </a:tabLst>
            </a:pPr>
            <a:r>
              <a:rPr b="0" lang="es" sz="1800" spc="-1" strike="noStrike">
                <a:solidFill>
                  <a:schemeClr val="dk2"/>
                </a:solidFill>
                <a:latin typeface="Roboto"/>
                <a:ea typeface="Roboto"/>
              </a:rPr>
              <a:t>En cada batch, algunas neuronas dejan de participar, lo que obliga a la red a no depender de conexiones específicas.</a:t>
            </a:r>
            <a:endParaRPr b="0" lang="en-US" sz="1800" spc="-1" strike="noStrike">
              <a:solidFill>
                <a:srgbClr val="000000"/>
              </a:solidFill>
              <a:latin typeface="Arial"/>
            </a:endParaRPr>
          </a:p>
          <a:p>
            <a:pPr indent="0">
              <a:lnSpc>
                <a:spcPct val="115000"/>
              </a:lnSpc>
              <a:spcBef>
                <a:spcPts val="1199"/>
              </a:spcBef>
              <a:spcAft>
                <a:spcPts val="1199"/>
              </a:spcAft>
              <a:buNone/>
              <a:tabLst>
                <a:tab algn="l" pos="0"/>
              </a:tabLst>
            </a:pPr>
            <a:r>
              <a:rPr b="0" lang="es" sz="1800" spc="-1" strike="noStrike">
                <a:solidFill>
                  <a:schemeClr val="dk2"/>
                </a:solidFill>
                <a:latin typeface="Roboto"/>
                <a:ea typeface="Roboto"/>
              </a:rPr>
              <a:t>Cómo reduce el sobreajuste:</a:t>
            </a:r>
            <a:br>
              <a:rPr sz="1800"/>
            </a:br>
            <a:r>
              <a:rPr b="0" lang="es" sz="1800" spc="-1" strike="noStrike">
                <a:solidFill>
                  <a:schemeClr val="dk2"/>
                </a:solidFill>
                <a:latin typeface="Roboto"/>
                <a:ea typeface="Roboto"/>
              </a:rPr>
              <a:t>	</a:t>
            </a:r>
            <a:r>
              <a:rPr b="0" lang="es" sz="1800" spc="-1" strike="noStrike">
                <a:solidFill>
                  <a:schemeClr val="dk2"/>
                </a:solidFill>
                <a:latin typeface="Roboto"/>
                <a:ea typeface="Roboto"/>
              </a:rPr>
              <a:t>Evita que el modelo memorize patrones específicos del conjunto de entrenamiento.</a:t>
            </a:r>
            <a:br>
              <a:rPr sz="1800"/>
            </a:br>
            <a:r>
              <a:rPr b="0" lang="es" sz="1800" spc="-1" strike="noStrike">
                <a:solidFill>
                  <a:schemeClr val="dk2"/>
                </a:solidFill>
                <a:latin typeface="Roboto"/>
                <a:ea typeface="Roboto"/>
              </a:rPr>
              <a:t>	</a:t>
            </a:r>
            <a:r>
              <a:rPr b="0" lang="es" sz="1800" spc="-1" strike="noStrike">
                <a:solidFill>
                  <a:schemeClr val="dk2"/>
                </a:solidFill>
                <a:latin typeface="Roboto"/>
                <a:ea typeface="Roboto"/>
              </a:rPr>
              <a:t>Fuerza a distintas partes de la red a aprender representaciones más robustas.</a:t>
            </a:r>
            <a:br>
              <a:rPr sz="1800"/>
            </a:br>
            <a:r>
              <a:rPr b="0" lang="es" sz="1800" spc="-1" strike="noStrike">
                <a:solidFill>
                  <a:schemeClr val="dk2"/>
                </a:solidFill>
                <a:latin typeface="Roboto"/>
                <a:ea typeface="Roboto"/>
              </a:rPr>
              <a:t>	</a:t>
            </a:r>
            <a:r>
              <a:rPr b="0" lang="es" sz="1800" spc="-1" strike="noStrike">
                <a:solidFill>
                  <a:schemeClr val="dk2"/>
                </a:solidFill>
                <a:latin typeface="Roboto"/>
                <a:ea typeface="Roboto"/>
              </a:rPr>
              <a:t>El resultado es un modelo con mejor capacidad de generalización y menor diferencia entre accuracy de entrenamiento y validación.</a:t>
            </a:r>
            <a:endParaRPr b="0" lang="en-US" sz="1800" spc="-1" strike="noStrike">
              <a:solidFill>
                <a:srgbClr val="000000"/>
              </a:solidFill>
              <a:latin typeface="Arial"/>
            </a:endParaRPr>
          </a:p>
        </p:txBody>
      </p:sp>
    </p:spTree>
  </p:cSld>
  <p:transition spd="med">
    <p:dissolve/>
  </p:transition>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 name="PlaceHolder 1"/>
          <p:cNvSpPr>
            <a:spLocks noGrp="1"/>
          </p:cNvSpPr>
          <p:nvPr>
            <p:ph type="title"/>
          </p:nvPr>
        </p:nvSpPr>
        <p:spPr>
          <a:xfrm>
            <a:off x="311760" y="410040"/>
            <a:ext cx="8520120" cy="607320"/>
          </a:xfrm>
          <a:prstGeom prst="rect">
            <a:avLst/>
          </a:prstGeom>
          <a:noFill/>
          <a:ln w="0">
            <a:noFill/>
          </a:ln>
        </p:spPr>
        <p:txBody>
          <a:bodyPr lIns="91440" rIns="91440" tIns="91440" bIns="91440" anchor="t">
            <a:normAutofit fontScale="96363"/>
          </a:bodyPr>
          <a:p>
            <a:pPr indent="0">
              <a:lnSpc>
                <a:spcPct val="100000"/>
              </a:lnSpc>
              <a:buNone/>
              <a:tabLst>
                <a:tab algn="l" pos="0"/>
              </a:tabLst>
            </a:pPr>
            <a:r>
              <a:rPr b="0" lang="es" sz="3000" spc="-1" strike="noStrike">
                <a:solidFill>
                  <a:schemeClr val="dk1"/>
                </a:solidFill>
                <a:latin typeface="Roboto"/>
                <a:ea typeface="Roboto"/>
              </a:rPr>
              <a:t>Definir modelo con dropout</a:t>
            </a:r>
            <a:endParaRPr b="0" lang="en-US" sz="3000" spc="-1" strike="noStrike">
              <a:solidFill>
                <a:srgbClr val="000000"/>
              </a:solidFill>
              <a:latin typeface="Arial"/>
            </a:endParaRPr>
          </a:p>
        </p:txBody>
      </p:sp>
      <p:sp>
        <p:nvSpPr>
          <p:cNvPr id="91" name="PlaceHolder 2"/>
          <p:cNvSpPr>
            <a:spLocks noGrp="1"/>
          </p:cNvSpPr>
          <p:nvPr>
            <p:ph/>
          </p:nvPr>
        </p:nvSpPr>
        <p:spPr>
          <a:xfrm>
            <a:off x="311760" y="1229760"/>
            <a:ext cx="8520120" cy="3338640"/>
          </a:xfrm>
          <a:prstGeom prst="rect">
            <a:avLst/>
          </a:prstGeom>
          <a:noFill/>
          <a:ln w="0">
            <a:noFill/>
          </a:ln>
        </p:spPr>
        <p:txBody>
          <a:bodyPr lIns="91440" rIns="91440" tIns="91440" bIns="91440" anchor="t">
            <a:normAutofit/>
          </a:bodyPr>
          <a:p>
            <a:pPr indent="0">
              <a:lnSpc>
                <a:spcPct val="115000"/>
              </a:lnSpc>
              <a:buNone/>
              <a:tabLst>
                <a:tab algn="l" pos="0"/>
              </a:tabLst>
            </a:pPr>
            <a:r>
              <a:rPr b="0" lang="es" sz="1800" spc="-1" strike="noStrike">
                <a:solidFill>
                  <a:schemeClr val="dk2"/>
                </a:solidFill>
                <a:latin typeface="Roboto"/>
                <a:ea typeface="Roboto"/>
              </a:rPr>
              <a:t>Se utilizó un Dropout igual a 0.3 en la capa fully connected, antes de la capa softmax, ya que estas capas son más densas, teniendo mayor cantidad de parámetros, que suelen presentar mayor sobreajuste, de esta forma se puede apreciar de mejor manera la diferencia entre poseer y no poseer dropout.</a:t>
            </a:r>
            <a:endParaRPr b="0" lang="en-US" sz="1800" spc="-1" strike="noStrike">
              <a:solidFill>
                <a:srgbClr val="000000"/>
              </a:solidFill>
              <a:latin typeface="Arial"/>
            </a:endParaRPr>
          </a:p>
          <a:p>
            <a:pPr indent="0">
              <a:lnSpc>
                <a:spcPct val="115000"/>
              </a:lnSpc>
              <a:spcBef>
                <a:spcPts val="1199"/>
              </a:spcBef>
              <a:spcAft>
                <a:spcPts val="1199"/>
              </a:spcAft>
              <a:buNone/>
              <a:tabLst>
                <a:tab algn="l" pos="0"/>
              </a:tabLst>
            </a:pPr>
            <a:r>
              <a:rPr b="0" lang="es" sz="1800" spc="-1" strike="noStrike">
                <a:solidFill>
                  <a:schemeClr val="dk2"/>
                </a:solidFill>
                <a:latin typeface="Roboto"/>
                <a:ea typeface="Roboto"/>
              </a:rPr>
              <a:t>Todos los parámetros utilizados son iguales al del modelo base.</a:t>
            </a:r>
            <a:endParaRPr b="0" lang="en-US" sz="1800" spc="-1" strike="noStrike">
              <a:solidFill>
                <a:srgbClr val="000000"/>
              </a:solidFill>
              <a:latin typeface="Arial"/>
            </a:endParaRPr>
          </a:p>
        </p:txBody>
      </p:sp>
    </p:spTree>
  </p:cSld>
  <mc:AlternateContent>
    <mc:Choice Requires="p14">
      <p:transition spd="slow" p14:dur="2000">
        <p:blinds dir="vert"/>
      </p:transition>
    </mc:Choice>
    <mc:Fallback>
      <p:transition spd="slow">
        <p:blinds dir="vert"/>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92" name="Google Shape;149;p23" descr=""/>
          <p:cNvPicPr/>
          <p:nvPr/>
        </p:nvPicPr>
        <p:blipFill>
          <a:blip r:embed="rId1"/>
          <a:stretch/>
        </p:blipFill>
        <p:spPr>
          <a:xfrm>
            <a:off x="0" y="205560"/>
            <a:ext cx="4284360" cy="3018960"/>
          </a:xfrm>
          <a:prstGeom prst="rect">
            <a:avLst/>
          </a:prstGeom>
          <a:ln w="0">
            <a:noFill/>
          </a:ln>
        </p:spPr>
      </p:pic>
      <p:pic>
        <p:nvPicPr>
          <p:cNvPr id="93" name="Google Shape;150;p23" descr=""/>
          <p:cNvPicPr/>
          <p:nvPr/>
        </p:nvPicPr>
        <p:blipFill>
          <a:blip r:embed="rId2"/>
          <a:stretch/>
        </p:blipFill>
        <p:spPr>
          <a:xfrm>
            <a:off x="4379760" y="340920"/>
            <a:ext cx="4569480" cy="1672560"/>
          </a:xfrm>
          <a:prstGeom prst="rect">
            <a:avLst/>
          </a:prstGeom>
          <a:ln w="0">
            <a:noFill/>
          </a:ln>
        </p:spPr>
      </p:pic>
      <p:pic>
        <p:nvPicPr>
          <p:cNvPr id="94" name="Google Shape;151;p23" descr=""/>
          <p:cNvPicPr/>
          <p:nvPr/>
        </p:nvPicPr>
        <p:blipFill>
          <a:blip r:embed="rId3"/>
          <a:stretch/>
        </p:blipFill>
        <p:spPr>
          <a:xfrm>
            <a:off x="4379760" y="2059920"/>
            <a:ext cx="4447800" cy="1609560"/>
          </a:xfrm>
          <a:prstGeom prst="rect">
            <a:avLst/>
          </a:prstGeom>
          <a:ln w="0">
            <a:noFill/>
          </a:ln>
        </p:spPr>
      </p:pic>
    </p:spTree>
  </p:cSld>
  <p:transition spd="med">
    <p:wedge/>
  </p:transition>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 name="PlaceHolder 1"/>
          <p:cNvSpPr>
            <a:spLocks noGrp="1"/>
          </p:cNvSpPr>
          <p:nvPr>
            <p:ph type="title"/>
          </p:nvPr>
        </p:nvSpPr>
        <p:spPr>
          <a:xfrm>
            <a:off x="311760" y="410040"/>
            <a:ext cx="8520120" cy="607320"/>
          </a:xfrm>
          <a:prstGeom prst="rect">
            <a:avLst/>
          </a:prstGeom>
          <a:noFill/>
          <a:ln w="0">
            <a:noFill/>
          </a:ln>
        </p:spPr>
        <p:txBody>
          <a:bodyPr lIns="91440" rIns="91440" tIns="91440" bIns="91440" anchor="t">
            <a:normAutofit fontScale="96363"/>
          </a:bodyPr>
          <a:p>
            <a:pPr indent="0">
              <a:lnSpc>
                <a:spcPct val="100000"/>
              </a:lnSpc>
              <a:buNone/>
              <a:tabLst>
                <a:tab algn="l" pos="0"/>
              </a:tabLst>
            </a:pPr>
            <a:r>
              <a:rPr b="0" lang="es" sz="3000" spc="-1" strike="noStrike">
                <a:solidFill>
                  <a:schemeClr val="dk1"/>
                </a:solidFill>
                <a:latin typeface="Roboto"/>
                <a:ea typeface="Roboto"/>
              </a:rPr>
              <a:t>Test para ambos modelos.</a:t>
            </a:r>
            <a:endParaRPr b="0" lang="en-US" sz="3000" spc="-1" strike="noStrike">
              <a:solidFill>
                <a:srgbClr val="000000"/>
              </a:solidFill>
              <a:latin typeface="Arial"/>
            </a:endParaRPr>
          </a:p>
        </p:txBody>
      </p:sp>
      <p:sp>
        <p:nvSpPr>
          <p:cNvPr id="96" name="PlaceHolder 2"/>
          <p:cNvSpPr>
            <a:spLocks noGrp="1"/>
          </p:cNvSpPr>
          <p:nvPr>
            <p:ph/>
          </p:nvPr>
        </p:nvSpPr>
        <p:spPr>
          <a:xfrm>
            <a:off x="311760" y="1287720"/>
            <a:ext cx="8236440" cy="2477520"/>
          </a:xfrm>
          <a:prstGeom prst="rect">
            <a:avLst/>
          </a:prstGeom>
          <a:noFill/>
          <a:ln w="0">
            <a:noFill/>
          </a:ln>
        </p:spPr>
        <p:txBody>
          <a:bodyPr lIns="91440" rIns="91440" tIns="91440" bIns="91440" anchor="t">
            <a:normAutofit/>
          </a:bodyPr>
          <a:p>
            <a:pPr indent="0">
              <a:lnSpc>
                <a:spcPct val="115000"/>
              </a:lnSpc>
              <a:spcAft>
                <a:spcPts val="1199"/>
              </a:spcAft>
              <a:buNone/>
              <a:tabLst>
                <a:tab algn="l" pos="0"/>
              </a:tabLst>
            </a:pPr>
            <a:r>
              <a:rPr b="0" lang="es" sz="1800" spc="-1" strike="noStrike">
                <a:solidFill>
                  <a:schemeClr val="dk2"/>
                </a:solidFill>
                <a:latin typeface="Roboto"/>
                <a:ea typeface="Roboto"/>
              </a:rPr>
              <a:t>Se utiliza el set de testing separado inicialmente para evaluar ambos modelos y comparar su rendimiento con y sin dropout, para esto se utiliza el accuracy y loss.</a:t>
            </a:r>
            <a:endParaRPr b="0" lang="en-US" sz="1800" spc="-1" strike="noStrike">
              <a:solidFill>
                <a:srgbClr val="000000"/>
              </a:solidFill>
              <a:latin typeface="Arial"/>
            </a:endParaRPr>
          </a:p>
        </p:txBody>
      </p:sp>
      <p:pic>
        <p:nvPicPr>
          <p:cNvPr id="97" name="Google Shape;158;p24" descr=""/>
          <p:cNvPicPr/>
          <p:nvPr/>
        </p:nvPicPr>
        <p:blipFill>
          <a:blip r:embed="rId1"/>
          <a:stretch/>
        </p:blipFill>
        <p:spPr>
          <a:xfrm>
            <a:off x="311760" y="2468160"/>
            <a:ext cx="6210000" cy="1609200"/>
          </a:xfrm>
          <a:prstGeom prst="rect">
            <a:avLst/>
          </a:prstGeom>
          <a:ln w="0">
            <a:noFill/>
          </a:ln>
        </p:spPr>
      </p:pic>
    </p:spTree>
  </p:cSld>
  <p:transition spd="med">
    <p:randomBar dir="vert"/>
  </p:transition>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 name="PlaceHolder 1"/>
          <p:cNvSpPr>
            <a:spLocks noGrp="1"/>
          </p:cNvSpPr>
          <p:nvPr>
            <p:ph type="title"/>
          </p:nvPr>
        </p:nvSpPr>
        <p:spPr>
          <a:xfrm>
            <a:off x="311760" y="410040"/>
            <a:ext cx="8520120" cy="607320"/>
          </a:xfrm>
          <a:prstGeom prst="rect">
            <a:avLst/>
          </a:prstGeom>
          <a:noFill/>
          <a:ln w="0">
            <a:noFill/>
          </a:ln>
        </p:spPr>
        <p:txBody>
          <a:bodyPr lIns="91440" rIns="91440" tIns="91440" bIns="91440" anchor="t">
            <a:normAutofit fontScale="93362"/>
          </a:bodyPr>
          <a:p>
            <a:pPr indent="0">
              <a:lnSpc>
                <a:spcPct val="100000"/>
              </a:lnSpc>
              <a:buNone/>
              <a:tabLst>
                <a:tab algn="l" pos="0"/>
              </a:tabLst>
            </a:pPr>
            <a:r>
              <a:rPr b="0" lang="es" sz="3000" spc="-1" strike="noStrike">
                <a:solidFill>
                  <a:schemeClr val="dk1"/>
                </a:solidFill>
                <a:latin typeface="Roboto"/>
                <a:ea typeface="Roboto"/>
              </a:rPr>
              <a:t>Tablas comparativas durante training y evaluation</a:t>
            </a:r>
            <a:endParaRPr b="0" lang="en-US" sz="3000" spc="-1" strike="noStrike">
              <a:solidFill>
                <a:srgbClr val="000000"/>
              </a:solidFill>
              <a:latin typeface="Arial"/>
            </a:endParaRPr>
          </a:p>
        </p:txBody>
      </p:sp>
      <p:sp>
        <p:nvSpPr>
          <p:cNvPr id="99" name="PlaceHolder 2"/>
          <p:cNvSpPr>
            <a:spLocks noGrp="1"/>
          </p:cNvSpPr>
          <p:nvPr>
            <p:ph/>
          </p:nvPr>
        </p:nvSpPr>
        <p:spPr>
          <a:xfrm>
            <a:off x="1196640" y="1246320"/>
            <a:ext cx="6062760" cy="2650680"/>
          </a:xfrm>
          <a:prstGeom prst="rect">
            <a:avLst/>
          </a:prstGeom>
          <a:noFill/>
          <a:ln w="0">
            <a:noFill/>
          </a:ln>
        </p:spPr>
        <p:txBody>
          <a:bodyPr lIns="91440" rIns="91440" tIns="91440" bIns="91440" anchor="t">
            <a:normAutofit/>
          </a:bodyPr>
          <a:p>
            <a:pPr indent="0">
              <a:lnSpc>
                <a:spcPct val="115000"/>
              </a:lnSpc>
              <a:spcAft>
                <a:spcPts val="1199"/>
              </a:spcAft>
              <a:buNone/>
              <a:tabLst>
                <a:tab algn="l" pos="0"/>
              </a:tabLst>
            </a:pPr>
            <a:r>
              <a:rPr b="0" lang="es" sz="1800" spc="-1" strike="noStrike">
                <a:solidFill>
                  <a:schemeClr val="dk2"/>
                </a:solidFill>
                <a:latin typeface="Roboto"/>
                <a:ea typeface="Roboto"/>
              </a:rPr>
              <a:t>Se muestran las curvas generadas durante los primeros 2 procesos, tomando en cuenta los mismos 2 parámetros de accuracy y loss, permitiendo observar la evolución de estos.</a:t>
            </a:r>
            <a:endParaRPr b="0" lang="en-US" sz="1800" spc="-1" strike="noStrike">
              <a:solidFill>
                <a:srgbClr val="000000"/>
              </a:solidFill>
              <a:latin typeface="Arial"/>
            </a:endParaRPr>
          </a:p>
        </p:txBody>
      </p:sp>
    </p:spTree>
  </p:cSld>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00" name="Google Shape;169;p26" descr=""/>
          <p:cNvPicPr/>
          <p:nvPr/>
        </p:nvPicPr>
        <p:blipFill>
          <a:blip r:embed="rId1"/>
          <a:srcRect l="0" t="41488" r="0" b="0"/>
          <a:stretch/>
        </p:blipFill>
        <p:spPr>
          <a:xfrm>
            <a:off x="174960" y="202680"/>
            <a:ext cx="7940160" cy="3665160"/>
          </a:xfrm>
          <a:prstGeom prst="rect">
            <a:avLst/>
          </a:prstGeom>
          <a:ln w="0">
            <a:noFill/>
          </a:ln>
        </p:spPr>
      </p:pic>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01" name="Google Shape;174;p27" descr=""/>
          <p:cNvPicPr/>
          <p:nvPr/>
        </p:nvPicPr>
        <p:blipFill>
          <a:blip r:embed="rId1"/>
          <a:srcRect l="0" t="41408" r="0" b="0"/>
          <a:stretch/>
        </p:blipFill>
        <p:spPr>
          <a:xfrm>
            <a:off x="121320" y="109080"/>
            <a:ext cx="8231040" cy="3747960"/>
          </a:xfrm>
          <a:prstGeom prst="rect">
            <a:avLst/>
          </a:prstGeom>
          <a:ln w="0">
            <a:noFill/>
          </a:ln>
        </p:spPr>
      </p:pic>
    </p:spTree>
  </p:cSld>
  <mc:AlternateContent>
    <mc:Choice Requires="p14">
      <p:transition spd="slow" p14:dur="2000">
        <p14:prism/>
      </p:transition>
    </mc:Choice>
    <mc:Fallback>
      <p:transition spd="slow">
        <p:fade/>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 name="PlaceHolder 1"/>
          <p:cNvSpPr>
            <a:spLocks noGrp="1"/>
          </p:cNvSpPr>
          <p:nvPr>
            <p:ph type="title"/>
          </p:nvPr>
        </p:nvSpPr>
        <p:spPr>
          <a:xfrm>
            <a:off x="311760" y="410040"/>
            <a:ext cx="8520120" cy="607320"/>
          </a:xfrm>
          <a:prstGeom prst="rect">
            <a:avLst/>
          </a:prstGeom>
          <a:noFill/>
          <a:ln w="0">
            <a:noFill/>
          </a:ln>
        </p:spPr>
        <p:txBody>
          <a:bodyPr lIns="91440" rIns="91440" tIns="91440" bIns="91440" anchor="t">
            <a:normAutofit fontScale="96363"/>
          </a:bodyPr>
          <a:p>
            <a:pPr indent="0">
              <a:lnSpc>
                <a:spcPct val="100000"/>
              </a:lnSpc>
              <a:buNone/>
              <a:tabLst>
                <a:tab algn="l" pos="0"/>
              </a:tabLst>
            </a:pPr>
            <a:r>
              <a:rPr b="0" lang="es" sz="3000" spc="-1" strike="noStrike">
                <a:solidFill>
                  <a:schemeClr val="dk1"/>
                </a:solidFill>
                <a:latin typeface="Roboto"/>
                <a:ea typeface="Roboto"/>
              </a:rPr>
              <a:t>Análisis de resultados</a:t>
            </a:r>
            <a:endParaRPr b="0" lang="en-US" sz="3000" spc="-1" strike="noStrike">
              <a:solidFill>
                <a:srgbClr val="000000"/>
              </a:solidFill>
              <a:latin typeface="Arial"/>
            </a:endParaRPr>
          </a:p>
        </p:txBody>
      </p:sp>
      <p:sp>
        <p:nvSpPr>
          <p:cNvPr id="103" name="PlaceHolder 2"/>
          <p:cNvSpPr>
            <a:spLocks noGrp="1"/>
          </p:cNvSpPr>
          <p:nvPr>
            <p:ph/>
          </p:nvPr>
        </p:nvSpPr>
        <p:spPr>
          <a:xfrm>
            <a:off x="311760" y="1229760"/>
            <a:ext cx="8520120" cy="2650680"/>
          </a:xfrm>
          <a:prstGeom prst="rect">
            <a:avLst/>
          </a:prstGeom>
          <a:noFill/>
          <a:ln w="0">
            <a:noFill/>
          </a:ln>
        </p:spPr>
        <p:txBody>
          <a:bodyPr lIns="91440" rIns="91440" tIns="91440" bIns="91440" anchor="t">
            <a:normAutofit fontScale="87222" lnSpcReduction="10000"/>
          </a:bodyPr>
          <a:p>
            <a:pPr indent="0">
              <a:lnSpc>
                <a:spcPct val="115000"/>
              </a:lnSpc>
              <a:buNone/>
              <a:tabLst>
                <a:tab algn="l" pos="0"/>
              </a:tabLst>
            </a:pPr>
            <a:r>
              <a:rPr b="0" lang="es" sz="1800" spc="-1" strike="noStrike">
                <a:solidFill>
                  <a:schemeClr val="dk2"/>
                </a:solidFill>
                <a:latin typeface="Roboto"/>
                <a:ea typeface="Roboto"/>
              </a:rPr>
              <a:t>En los resultados de testing, el modelo con dropout obtiene una accuracy superior en 1% (96.07% vs 95.07%), una mejora leve pero notable.</a:t>
            </a:r>
            <a:endParaRPr b="0" lang="en-US" sz="1800" spc="-1" strike="noStrike">
              <a:solidFill>
                <a:srgbClr val="000000"/>
              </a:solidFill>
              <a:latin typeface="Arial"/>
            </a:endParaRPr>
          </a:p>
          <a:p>
            <a:pPr indent="0">
              <a:lnSpc>
                <a:spcPct val="115000"/>
              </a:lnSpc>
              <a:spcBef>
                <a:spcPts val="1199"/>
              </a:spcBef>
              <a:buNone/>
              <a:tabLst>
                <a:tab algn="l" pos="0"/>
              </a:tabLst>
            </a:pPr>
            <a:r>
              <a:rPr b="0" lang="es" sz="1800" spc="-1" strike="noStrike">
                <a:solidFill>
                  <a:schemeClr val="dk2"/>
                </a:solidFill>
                <a:latin typeface="Roboto"/>
                <a:ea typeface="Roboto"/>
              </a:rPr>
              <a:t>La pérdida en el test es 3.82% menor en el caso de dropout (13.30% vs 17.12%), equivalente a una mejora del 22.31%, indicando predicciones más estables y seguras.</a:t>
            </a:r>
            <a:endParaRPr b="0" lang="en-US" sz="1800" spc="-1" strike="noStrike">
              <a:solidFill>
                <a:srgbClr val="000000"/>
              </a:solidFill>
              <a:latin typeface="Arial"/>
            </a:endParaRPr>
          </a:p>
          <a:p>
            <a:pPr indent="0">
              <a:lnSpc>
                <a:spcPct val="115000"/>
              </a:lnSpc>
              <a:spcBef>
                <a:spcPts val="1199"/>
              </a:spcBef>
              <a:buNone/>
              <a:tabLst>
                <a:tab algn="l" pos="0"/>
              </a:tabLst>
            </a:pPr>
            <a:r>
              <a:rPr b="0" lang="es" sz="1800" spc="-1" strike="noStrike">
                <a:solidFill>
                  <a:schemeClr val="dk2"/>
                </a:solidFill>
                <a:latin typeface="Roboto"/>
                <a:ea typeface="Roboto"/>
              </a:rPr>
              <a:t>En las curvas de loss, el modelo base muestra signos de sobreajuste desde la época 5, donde el train loss sigue bajando pero el val loss sube repentinamente.</a:t>
            </a:r>
            <a:endParaRPr b="0" lang="en-US" sz="1800" spc="-1" strike="noStrike">
              <a:solidFill>
                <a:srgbClr val="000000"/>
              </a:solidFill>
              <a:latin typeface="Arial"/>
            </a:endParaRPr>
          </a:p>
          <a:p>
            <a:pPr indent="0">
              <a:lnSpc>
                <a:spcPct val="115000"/>
              </a:lnSpc>
              <a:spcBef>
                <a:spcPts val="1199"/>
              </a:spcBef>
              <a:spcAft>
                <a:spcPts val="1199"/>
              </a:spcAft>
              <a:buNone/>
              <a:tabLst>
                <a:tab algn="l" pos="0"/>
              </a:tabLst>
            </a:pPr>
            <a:r>
              <a:rPr b="0" lang="es" sz="1800" spc="-1" strike="noStrike">
                <a:solidFill>
                  <a:schemeClr val="dk2"/>
                </a:solidFill>
                <a:latin typeface="Roboto"/>
                <a:ea typeface="Roboto"/>
              </a:rPr>
              <a:t>El modelo con dropout también presenta sobreajuste, pero de forma más tardía y controlada, con su primer pico notable alrededor de la época 13.</a:t>
            </a:r>
            <a:endParaRPr b="0" lang="en-US" sz="1800" spc="-1" strike="noStrike">
              <a:solidFill>
                <a:srgbClr val="000000"/>
              </a:solidFill>
              <a:latin typeface="Arial"/>
            </a:endParaRPr>
          </a:p>
        </p:txBody>
      </p:sp>
    </p:spTree>
  </p:cSld>
  <mc:AlternateContent>
    <mc:Choice Requires="p14">
      <p:transition spd="slow" p14:dur="2000">
        <p:plus/>
      </p:transition>
    </mc:Choice>
    <mc:Fallback>
      <p:transition spd="slow">
        <p:plus/>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 name="PlaceHolder 1"/>
          <p:cNvSpPr>
            <a:spLocks noGrp="1"/>
          </p:cNvSpPr>
          <p:nvPr>
            <p:ph type="title"/>
          </p:nvPr>
        </p:nvSpPr>
        <p:spPr>
          <a:xfrm>
            <a:off x="311760" y="410040"/>
            <a:ext cx="8520120" cy="607320"/>
          </a:xfrm>
          <a:prstGeom prst="rect">
            <a:avLst/>
          </a:prstGeom>
          <a:noFill/>
          <a:ln w="0">
            <a:noFill/>
          </a:ln>
        </p:spPr>
        <p:txBody>
          <a:bodyPr lIns="91440" rIns="91440" tIns="91440" bIns="91440" anchor="t">
            <a:normAutofit fontScale="96363"/>
          </a:bodyPr>
          <a:p>
            <a:pPr indent="0">
              <a:lnSpc>
                <a:spcPct val="100000"/>
              </a:lnSpc>
              <a:buNone/>
              <a:tabLst>
                <a:tab algn="l" pos="0"/>
              </a:tabLst>
            </a:pPr>
            <a:r>
              <a:rPr b="0" lang="es" sz="3000" spc="-1" strike="noStrike">
                <a:solidFill>
                  <a:schemeClr val="dk1"/>
                </a:solidFill>
                <a:latin typeface="Roboto"/>
                <a:ea typeface="Roboto"/>
              </a:rPr>
              <a:t>Conclusión</a:t>
            </a:r>
            <a:endParaRPr b="0" lang="en-US" sz="3000" spc="-1" strike="noStrike">
              <a:solidFill>
                <a:srgbClr val="000000"/>
              </a:solidFill>
              <a:latin typeface="Arial"/>
            </a:endParaRPr>
          </a:p>
        </p:txBody>
      </p:sp>
      <p:sp>
        <p:nvSpPr>
          <p:cNvPr id="105" name="PlaceHolder 2"/>
          <p:cNvSpPr>
            <a:spLocks noGrp="1"/>
          </p:cNvSpPr>
          <p:nvPr>
            <p:ph/>
          </p:nvPr>
        </p:nvSpPr>
        <p:spPr>
          <a:xfrm>
            <a:off x="311760" y="1229760"/>
            <a:ext cx="8520120" cy="2650680"/>
          </a:xfrm>
          <a:prstGeom prst="rect">
            <a:avLst/>
          </a:prstGeom>
          <a:noFill/>
          <a:ln w="0">
            <a:noFill/>
          </a:ln>
        </p:spPr>
        <p:txBody>
          <a:bodyPr lIns="91440" rIns="91440" tIns="91440" bIns="91440" anchor="t">
            <a:normAutofit fontScale="87222"/>
          </a:bodyPr>
          <a:p>
            <a:pPr indent="0">
              <a:lnSpc>
                <a:spcPct val="115000"/>
              </a:lnSpc>
              <a:buNone/>
              <a:tabLst>
                <a:tab algn="l" pos="0"/>
              </a:tabLst>
            </a:pPr>
            <a:r>
              <a:rPr b="0" lang="es" sz="1800" spc="-1" strike="noStrike">
                <a:solidFill>
                  <a:schemeClr val="dk2"/>
                </a:solidFill>
                <a:latin typeface="Roboto"/>
                <a:ea typeface="Roboto"/>
              </a:rPr>
              <a:t>La arquitectura base logró un desempeño estable en la tarea de clasificación, mostrando signos de sobreajuste a partir de la época 5, y luego mostrandolos claramente desde la época 16 en adelante, en cambio el modelo con dropout evito los problemas del sobreajuste hasta la época 14, para luego continuar con los mismos problemas de sobreajuste desde la época 17 al igual que el modelo original.</a:t>
            </a:r>
            <a:endParaRPr b="0" lang="en-US" sz="1800" spc="-1" strike="noStrike">
              <a:solidFill>
                <a:srgbClr val="000000"/>
              </a:solidFill>
              <a:latin typeface="Arial"/>
            </a:endParaRPr>
          </a:p>
          <a:p>
            <a:pPr indent="0">
              <a:lnSpc>
                <a:spcPct val="115000"/>
              </a:lnSpc>
              <a:spcBef>
                <a:spcPts val="1199"/>
              </a:spcBef>
              <a:spcAft>
                <a:spcPts val="1199"/>
              </a:spcAft>
              <a:buNone/>
              <a:tabLst>
                <a:tab algn="l" pos="0"/>
              </a:tabLst>
            </a:pPr>
            <a:r>
              <a:rPr b="0" lang="es" sz="1800" spc="-1" strike="noStrike">
                <a:solidFill>
                  <a:schemeClr val="dk2"/>
                </a:solidFill>
                <a:latin typeface="Roboto"/>
                <a:ea typeface="Roboto"/>
              </a:rPr>
              <a:t>Esto evidencia cómo el dropout estabiliza la generalización, sobre todo durante las épocas intermedias y tardías, retrasando los efectos de esta, mostrandose como un recurso funcional para mejorar la estabilidad y robustez para el modelo utilizado.</a:t>
            </a:r>
            <a:endParaRPr b="0" lang="en-US" sz="1800" spc="-1" strike="noStrike">
              <a:solidFill>
                <a:srgbClr val="000000"/>
              </a:solidFill>
              <a:latin typeface="Arial"/>
            </a:endParaRPr>
          </a:p>
        </p:txBody>
      </p:sp>
    </p:spTree>
  </p:cSld>
  <mc:AlternateContent>
    <mc:Choice Requires="p14">
      <p:transition spd="slow" p14:dur="2000">
        <p:checker dir="vert"/>
      </p:transition>
    </mc:Choice>
    <mc:Fallback>
      <p:transition spd="slow">
        <p:checker dir="vert"/>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 name="PlaceHolder 1"/>
          <p:cNvSpPr>
            <a:spLocks noGrp="1"/>
          </p:cNvSpPr>
          <p:nvPr>
            <p:ph type="title"/>
          </p:nvPr>
        </p:nvSpPr>
        <p:spPr>
          <a:xfrm>
            <a:off x="311760" y="410040"/>
            <a:ext cx="8520120" cy="607320"/>
          </a:xfrm>
          <a:prstGeom prst="rect">
            <a:avLst/>
          </a:prstGeom>
          <a:noFill/>
          <a:ln w="0">
            <a:noFill/>
          </a:ln>
        </p:spPr>
        <p:txBody>
          <a:bodyPr lIns="91440" rIns="91440" tIns="91440" bIns="91440" anchor="t">
            <a:normAutofit fontScale="96363"/>
          </a:bodyPr>
          <a:p>
            <a:pPr indent="0">
              <a:lnSpc>
                <a:spcPct val="100000"/>
              </a:lnSpc>
              <a:buNone/>
              <a:tabLst>
                <a:tab algn="l" pos="0"/>
              </a:tabLst>
            </a:pPr>
            <a:r>
              <a:rPr b="0" lang="es" sz="3000" spc="-1" strike="noStrike">
                <a:solidFill>
                  <a:schemeClr val="dk1"/>
                </a:solidFill>
                <a:latin typeface="Roboto"/>
                <a:ea typeface="Roboto"/>
              </a:rPr>
              <a:t>Uso de inteligencia artificial</a:t>
            </a:r>
            <a:endParaRPr b="0" lang="en-US" sz="3000" spc="-1" strike="noStrike">
              <a:solidFill>
                <a:srgbClr val="000000"/>
              </a:solidFill>
              <a:latin typeface="Arial"/>
            </a:endParaRPr>
          </a:p>
        </p:txBody>
      </p:sp>
      <p:sp>
        <p:nvSpPr>
          <p:cNvPr id="107" name="PlaceHolder 2"/>
          <p:cNvSpPr>
            <a:spLocks noGrp="1"/>
          </p:cNvSpPr>
          <p:nvPr>
            <p:ph/>
          </p:nvPr>
        </p:nvSpPr>
        <p:spPr>
          <a:xfrm>
            <a:off x="311760" y="1229760"/>
            <a:ext cx="6432840" cy="3338640"/>
          </a:xfrm>
          <a:prstGeom prst="rect">
            <a:avLst/>
          </a:prstGeom>
          <a:noFill/>
          <a:ln w="0">
            <a:noFill/>
          </a:ln>
        </p:spPr>
        <p:txBody>
          <a:bodyPr lIns="91440" rIns="91440" tIns="91440" bIns="91440" anchor="t">
            <a:normAutofit/>
          </a:bodyPr>
          <a:p>
            <a:pPr indent="0">
              <a:lnSpc>
                <a:spcPct val="115000"/>
              </a:lnSpc>
              <a:buNone/>
              <a:tabLst>
                <a:tab algn="l" pos="0"/>
              </a:tabLst>
            </a:pPr>
            <a:r>
              <a:rPr b="0" lang="es" sz="1800" spc="-1" strike="noStrike">
                <a:solidFill>
                  <a:schemeClr val="dk2"/>
                </a:solidFill>
                <a:latin typeface="Roboto"/>
                <a:ea typeface="Roboto"/>
              </a:rPr>
              <a:t>Es necesario mencionar que para esta tarea se utilizó chat gpt para la creación del código inicial, luego este fue depurado manualmente.</a:t>
            </a:r>
            <a:endParaRPr b="0" lang="en-US" sz="1800" spc="-1" strike="noStrike">
              <a:solidFill>
                <a:srgbClr val="000000"/>
              </a:solidFill>
              <a:latin typeface="Arial"/>
            </a:endParaRPr>
          </a:p>
          <a:p>
            <a:pPr indent="0">
              <a:lnSpc>
                <a:spcPct val="115000"/>
              </a:lnSpc>
              <a:spcBef>
                <a:spcPts val="1199"/>
              </a:spcBef>
              <a:spcAft>
                <a:spcPts val="1199"/>
              </a:spcAft>
              <a:buNone/>
              <a:tabLst>
                <a:tab algn="l" pos="0"/>
              </a:tabLst>
            </a:pPr>
            <a:r>
              <a:rPr b="0" lang="es" sz="1800" spc="-1" strike="noStrike">
                <a:solidFill>
                  <a:schemeClr val="dk2"/>
                </a:solidFill>
                <a:latin typeface="Roboto"/>
                <a:ea typeface="Roboto"/>
              </a:rPr>
              <a:t>Ningún área del análisis fue generado utilizando dicha herramienta.</a:t>
            </a:r>
            <a:endParaRPr b="0" lang="en-US" sz="1800" spc="-1" strike="noStrike">
              <a:solidFill>
                <a:srgbClr val="000000"/>
              </a:solidFill>
              <a:latin typeface="Arial"/>
            </a:endParaRPr>
          </a:p>
        </p:txBody>
      </p:sp>
      <p:pic>
        <p:nvPicPr>
          <p:cNvPr id="108" name="Google Shape;193;p30" descr=""/>
          <p:cNvPicPr/>
          <p:nvPr/>
        </p:nvPicPr>
        <p:blipFill>
          <a:blip r:embed="rId1"/>
          <a:stretch/>
        </p:blipFill>
        <p:spPr>
          <a:xfrm>
            <a:off x="6861960" y="1594080"/>
            <a:ext cx="2142720" cy="2142720"/>
          </a:xfrm>
          <a:prstGeom prst="rect">
            <a:avLst/>
          </a:prstGeom>
          <a:ln w="0">
            <a:noFill/>
          </a:ln>
        </p:spPr>
      </p:pic>
      <p:pic>
        <p:nvPicPr>
          <p:cNvPr id="109" name="Google Shape;194;p30" descr=""/>
          <p:cNvPicPr/>
          <p:nvPr/>
        </p:nvPicPr>
        <p:blipFill>
          <a:blip r:embed="rId2"/>
          <a:stretch/>
        </p:blipFill>
        <p:spPr>
          <a:xfrm>
            <a:off x="7383600" y="4010760"/>
            <a:ext cx="579240" cy="772560"/>
          </a:xfrm>
          <a:prstGeom prst="rect">
            <a:avLst/>
          </a:prstGeom>
          <a:ln w="0">
            <a:noFill/>
          </a:ln>
        </p:spPr>
      </p:pic>
    </p:spTree>
  </p:cSld>
</p:sld>
</file>

<file path=ppt/theme/theme1.xml><?xml version="1.0" encoding="utf-8"?>
<a:theme xmlns:a="http://schemas.openxmlformats.org/drawingml/2006/main" xmlns:r="http://schemas.openxmlformats.org/officeDocument/2006/relationships" name="Geometric">
  <a:themeElements>
    <a:clrScheme name="Geometric">
      <a:dk1>
        <a:srgbClr val="2a3990"/>
      </a:dk1>
      <a:lt1>
        <a:srgbClr val="ffffff"/>
      </a:lt1>
      <a:dk2>
        <a:srgbClr val="434343"/>
      </a:dk2>
      <a:lt2>
        <a:srgbClr val="999999"/>
      </a:lt2>
      <a:accent1>
        <a:srgbClr val="212d74"/>
      </a:accent1>
      <a:accent2>
        <a:srgbClr val="3949ab"/>
      </a:accent2>
      <a:accent3>
        <a:srgbClr val="9c254d"/>
      </a:accent3>
      <a:accent4>
        <a:srgbClr val="d23369"/>
      </a:accent4>
      <a:accent5>
        <a:srgbClr val="f06292"/>
      </a:accent5>
      <a:accent6>
        <a:srgbClr val="7890cd"/>
      </a:accent6>
      <a:hlink>
        <a:srgbClr val="f06292"/>
      </a:hlink>
      <a:folHlink>
        <a:srgbClr val="f0629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Geometric">
  <a:themeElements>
    <a:clrScheme name="Geometric">
      <a:dk1>
        <a:srgbClr val="2a3990"/>
      </a:dk1>
      <a:lt1>
        <a:srgbClr val="ffffff"/>
      </a:lt1>
      <a:dk2>
        <a:srgbClr val="434343"/>
      </a:dk2>
      <a:lt2>
        <a:srgbClr val="999999"/>
      </a:lt2>
      <a:accent1>
        <a:srgbClr val="212d74"/>
      </a:accent1>
      <a:accent2>
        <a:srgbClr val="3949ab"/>
      </a:accent2>
      <a:accent3>
        <a:srgbClr val="9c254d"/>
      </a:accent3>
      <a:accent4>
        <a:srgbClr val="d23369"/>
      </a:accent4>
      <a:accent5>
        <a:srgbClr val="f06292"/>
      </a:accent5>
      <a:accent6>
        <a:srgbClr val="7890cd"/>
      </a:accent6>
      <a:hlink>
        <a:srgbClr val="f06292"/>
      </a:hlink>
      <a:folHlink>
        <a:srgbClr val="f0629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Geometric">
  <a:themeElements>
    <a:clrScheme name="Geometric">
      <a:dk1>
        <a:srgbClr val="2a3990"/>
      </a:dk1>
      <a:lt1>
        <a:srgbClr val="ffffff"/>
      </a:lt1>
      <a:dk2>
        <a:srgbClr val="434343"/>
      </a:dk2>
      <a:lt2>
        <a:srgbClr val="999999"/>
      </a:lt2>
      <a:accent1>
        <a:srgbClr val="212d74"/>
      </a:accent1>
      <a:accent2>
        <a:srgbClr val="3949ab"/>
      </a:accent2>
      <a:accent3>
        <a:srgbClr val="9c254d"/>
      </a:accent3>
      <a:accent4>
        <a:srgbClr val="d23369"/>
      </a:accent4>
      <a:accent5>
        <a:srgbClr val="f06292"/>
      </a:accent5>
      <a:accent6>
        <a:srgbClr val="7890cd"/>
      </a:accent6>
      <a:hlink>
        <a:srgbClr val="f06292"/>
      </a:hlink>
      <a:folHlink>
        <a:srgbClr val="f0629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Geometric">
  <a:themeElements>
    <a:clrScheme name="Geometric">
      <a:dk1>
        <a:srgbClr val="2a3990"/>
      </a:dk1>
      <a:lt1>
        <a:srgbClr val="ffffff"/>
      </a:lt1>
      <a:dk2>
        <a:srgbClr val="434343"/>
      </a:dk2>
      <a:lt2>
        <a:srgbClr val="999999"/>
      </a:lt2>
      <a:accent1>
        <a:srgbClr val="212d74"/>
      </a:accent1>
      <a:accent2>
        <a:srgbClr val="3949ab"/>
      </a:accent2>
      <a:accent3>
        <a:srgbClr val="9c254d"/>
      </a:accent3>
      <a:accent4>
        <a:srgbClr val="d23369"/>
      </a:accent4>
      <a:accent5>
        <a:srgbClr val="f06292"/>
      </a:accent5>
      <a:accent6>
        <a:srgbClr val="7890cd"/>
      </a:accent6>
      <a:hlink>
        <a:srgbClr val="f06292"/>
      </a:hlink>
      <a:folHlink>
        <a:srgbClr val="f0629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xml><?xml version="1.0" encoding="utf-8"?>
<a:theme xmlns:a="http://schemas.openxmlformats.org/drawingml/2006/main" xmlns:r="http://schemas.openxmlformats.org/officeDocument/2006/relationships" name="Geometric">
  <a:themeElements>
    <a:clrScheme name="Geometric">
      <a:dk1>
        <a:srgbClr val="2a3990"/>
      </a:dk1>
      <a:lt1>
        <a:srgbClr val="ffffff"/>
      </a:lt1>
      <a:dk2>
        <a:srgbClr val="434343"/>
      </a:dk2>
      <a:lt2>
        <a:srgbClr val="999999"/>
      </a:lt2>
      <a:accent1>
        <a:srgbClr val="212d74"/>
      </a:accent1>
      <a:accent2>
        <a:srgbClr val="3949ab"/>
      </a:accent2>
      <a:accent3>
        <a:srgbClr val="9c254d"/>
      </a:accent3>
      <a:accent4>
        <a:srgbClr val="d23369"/>
      </a:accent4>
      <a:accent5>
        <a:srgbClr val="f06292"/>
      </a:accent5>
      <a:accent6>
        <a:srgbClr val="7890cd"/>
      </a:accent6>
      <a:hlink>
        <a:srgbClr val="f06292"/>
      </a:hlink>
      <a:folHlink>
        <a:srgbClr val="f0629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xml><?xml version="1.0" encoding="utf-8"?>
<a:theme xmlns:a="http://schemas.openxmlformats.org/drawingml/2006/main" xmlns:r="http://schemas.openxmlformats.org/officeDocument/2006/relationships" name="Geometric">
  <a:themeElements>
    <a:clrScheme name="Geometric">
      <a:dk1>
        <a:srgbClr val="2a3990"/>
      </a:dk1>
      <a:lt1>
        <a:srgbClr val="ffffff"/>
      </a:lt1>
      <a:dk2>
        <a:srgbClr val="434343"/>
      </a:dk2>
      <a:lt2>
        <a:srgbClr val="999999"/>
      </a:lt2>
      <a:accent1>
        <a:srgbClr val="212d74"/>
      </a:accent1>
      <a:accent2>
        <a:srgbClr val="3949ab"/>
      </a:accent2>
      <a:accent3>
        <a:srgbClr val="9c254d"/>
      </a:accent3>
      <a:accent4>
        <a:srgbClr val="d23369"/>
      </a:accent4>
      <a:accent5>
        <a:srgbClr val="f06292"/>
      </a:accent5>
      <a:accent6>
        <a:srgbClr val="7890cd"/>
      </a:accent6>
      <a:hlink>
        <a:srgbClr val="f06292"/>
      </a:hlink>
      <a:folHlink>
        <a:srgbClr val="f0629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xml><?xml version="1.0" encoding="utf-8"?>
<a:theme xmlns:a="http://schemas.openxmlformats.org/drawingml/2006/main" xmlns:r="http://schemas.openxmlformats.org/officeDocument/2006/relationships" name="Geometric">
  <a:themeElements>
    <a:clrScheme name="Geometric">
      <a:dk1>
        <a:srgbClr val="2a3990"/>
      </a:dk1>
      <a:lt1>
        <a:srgbClr val="ffffff"/>
      </a:lt1>
      <a:dk2>
        <a:srgbClr val="434343"/>
      </a:dk2>
      <a:lt2>
        <a:srgbClr val="999999"/>
      </a:lt2>
      <a:accent1>
        <a:srgbClr val="212d74"/>
      </a:accent1>
      <a:accent2>
        <a:srgbClr val="3949ab"/>
      </a:accent2>
      <a:accent3>
        <a:srgbClr val="9c254d"/>
      </a:accent3>
      <a:accent4>
        <a:srgbClr val="d23369"/>
      </a:accent4>
      <a:accent5>
        <a:srgbClr val="f06292"/>
      </a:accent5>
      <a:accent6>
        <a:srgbClr val="7890cd"/>
      </a:accent6>
      <a:hlink>
        <a:srgbClr val="f06292"/>
      </a:hlink>
      <a:folHlink>
        <a:srgbClr val="f0629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8.xml><?xml version="1.0" encoding="utf-8"?>
<a:theme xmlns:a="http://schemas.openxmlformats.org/drawingml/2006/main" xmlns:r="http://schemas.openxmlformats.org/officeDocument/2006/relationships" name="Geometric">
  <a:themeElements>
    <a:clrScheme name="Geometric">
      <a:dk1>
        <a:srgbClr val="2a3990"/>
      </a:dk1>
      <a:lt1>
        <a:srgbClr val="ffffff"/>
      </a:lt1>
      <a:dk2>
        <a:srgbClr val="434343"/>
      </a:dk2>
      <a:lt2>
        <a:srgbClr val="999999"/>
      </a:lt2>
      <a:accent1>
        <a:srgbClr val="212d74"/>
      </a:accent1>
      <a:accent2>
        <a:srgbClr val="3949ab"/>
      </a:accent2>
      <a:accent3>
        <a:srgbClr val="9c254d"/>
      </a:accent3>
      <a:accent4>
        <a:srgbClr val="d23369"/>
      </a:accent4>
      <a:accent5>
        <a:srgbClr val="f06292"/>
      </a:accent5>
      <a:accent6>
        <a:srgbClr val="7890cd"/>
      </a:accent6>
      <a:hlink>
        <a:srgbClr val="f06292"/>
      </a:hlink>
      <a:folHlink>
        <a:srgbClr val="f0629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9.xml><?xml version="1.0" encoding="utf-8"?>
<a:theme xmlns:a="http://schemas.openxmlformats.org/drawingml/2006/main" xmlns:r="http://schemas.openxmlformats.org/officeDocument/2006/relationships" name="Geometric">
  <a:themeElements>
    <a:clrScheme name="Geometric">
      <a:dk1>
        <a:srgbClr val="2a3990"/>
      </a:dk1>
      <a:lt1>
        <a:srgbClr val="ffffff"/>
      </a:lt1>
      <a:dk2>
        <a:srgbClr val="434343"/>
      </a:dk2>
      <a:lt2>
        <a:srgbClr val="999999"/>
      </a:lt2>
      <a:accent1>
        <a:srgbClr val="212d74"/>
      </a:accent1>
      <a:accent2>
        <a:srgbClr val="3949ab"/>
      </a:accent2>
      <a:accent3>
        <a:srgbClr val="9c254d"/>
      </a:accent3>
      <a:accent4>
        <a:srgbClr val="d23369"/>
      </a:accent4>
      <a:accent5>
        <a:srgbClr val="f06292"/>
      </a:accent5>
      <a:accent6>
        <a:srgbClr val="7890cd"/>
      </a:accent6>
      <a:hlink>
        <a:srgbClr val="f06292"/>
      </a:hlink>
      <a:folHlink>
        <a:srgbClr val="f0629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0.xml><?xml version="1.0" encoding="utf-8"?>
<a:theme xmlns:a="http://schemas.openxmlformats.org/drawingml/2006/main" xmlns:r="http://schemas.openxmlformats.org/officeDocument/2006/relationships" name="Geometric">
  <a:themeElements>
    <a:clrScheme name="Geometric">
      <a:dk1>
        <a:srgbClr val="2a3990"/>
      </a:dk1>
      <a:lt1>
        <a:srgbClr val="ffffff"/>
      </a:lt1>
      <a:dk2>
        <a:srgbClr val="434343"/>
      </a:dk2>
      <a:lt2>
        <a:srgbClr val="999999"/>
      </a:lt2>
      <a:accent1>
        <a:srgbClr val="212d74"/>
      </a:accent1>
      <a:accent2>
        <a:srgbClr val="3949ab"/>
      </a:accent2>
      <a:accent3>
        <a:srgbClr val="9c254d"/>
      </a:accent3>
      <a:accent4>
        <a:srgbClr val="d23369"/>
      </a:accent4>
      <a:accent5>
        <a:srgbClr val="f06292"/>
      </a:accent5>
      <a:accent6>
        <a:srgbClr val="7890cd"/>
      </a:accent6>
      <a:hlink>
        <a:srgbClr val="f06292"/>
      </a:hlink>
      <a:folHlink>
        <a:srgbClr val="f0629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1.xml><?xml version="1.0" encoding="utf-8"?>
<a:theme xmlns:a="http://schemas.openxmlformats.org/drawingml/2006/main" xmlns:r="http://schemas.openxmlformats.org/officeDocument/2006/relationships" name="Geometric">
  <a:themeElements>
    <a:clrScheme name="Geometric">
      <a:dk1>
        <a:srgbClr val="2a3990"/>
      </a:dk1>
      <a:lt1>
        <a:srgbClr val="ffffff"/>
      </a:lt1>
      <a:dk2>
        <a:srgbClr val="434343"/>
      </a:dk2>
      <a:lt2>
        <a:srgbClr val="999999"/>
      </a:lt2>
      <a:accent1>
        <a:srgbClr val="212d74"/>
      </a:accent1>
      <a:accent2>
        <a:srgbClr val="3949ab"/>
      </a:accent2>
      <a:accent3>
        <a:srgbClr val="9c254d"/>
      </a:accent3>
      <a:accent4>
        <a:srgbClr val="d23369"/>
      </a:accent4>
      <a:accent5>
        <a:srgbClr val="f06292"/>
      </a:accent5>
      <a:accent6>
        <a:srgbClr val="7890cd"/>
      </a:accent6>
      <a:hlink>
        <a:srgbClr val="f06292"/>
      </a:hlink>
      <a:folHlink>
        <a:srgbClr val="f0629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57</TotalTime>
  <Application>LibreOffice/24.2.7.2$Linux_X86_64 LibreOffice_project/420$Build-2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en-US</dc:language>
  <cp:lastModifiedBy/>
  <dcterms:modified xsi:type="dcterms:W3CDTF">2025-12-01T21:55:36Z</dcterms:modified>
  <cp:revision>1</cp:revision>
  <dc:subject/>
  <dc:title/>
</cp:coreProperties>
</file>